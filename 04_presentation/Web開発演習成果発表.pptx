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9" r:id="rId3"/>
    <p:sldId id="257" r:id="rId4"/>
    <p:sldId id="258" r:id="rId5"/>
    <p:sldId id="265" r:id="rId6"/>
    <p:sldId id="260" r:id="rId7"/>
    <p:sldId id="271" r:id="rId8"/>
    <p:sldId id="268" r:id="rId9"/>
    <p:sldId id="267" r:id="rId10"/>
    <p:sldId id="270" r:id="rId11"/>
    <p:sldId id="269" r:id="rId12"/>
    <p:sldId id="261" r:id="rId13"/>
    <p:sldId id="262" r:id="rId14"/>
    <p:sldId id="264" r:id="rId15"/>
    <p:sldId id="266"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305" autoAdjust="0"/>
  </p:normalViewPr>
  <p:slideViewPr>
    <p:cSldViewPr snapToGrid="0">
      <p:cViewPr varScale="1">
        <p:scale>
          <a:sx n="59" d="100"/>
          <a:sy n="59" d="100"/>
        </p:scale>
        <p:origin x="964" y="5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BB94029-3180-4979-BB8E-4412238B1085}"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65E7A4B0-4094-42F7-BD1C-ABC125EE5F4E}">
      <dgm:prSet/>
      <dgm:spPr/>
      <dgm:t>
        <a:bodyPr/>
        <a:lstStyle/>
        <a:p>
          <a:r>
            <a:rPr kumimoji="1" lang="ja-JP" altLang="en-US" dirty="0"/>
            <a:t>・</a:t>
          </a:r>
          <a:r>
            <a:rPr kumimoji="1" lang="ja-JP" dirty="0"/>
            <a:t>社員一覧表示機能</a:t>
          </a:r>
          <a:endParaRPr lang="en-US" dirty="0"/>
        </a:p>
      </dgm:t>
    </dgm:pt>
    <dgm:pt modelId="{58C425F5-20E9-4B3F-8B57-BA8FE57D5CC9}" type="parTrans" cxnId="{833808DF-F845-467C-86D7-FE374EF8BF9F}">
      <dgm:prSet/>
      <dgm:spPr/>
      <dgm:t>
        <a:bodyPr/>
        <a:lstStyle/>
        <a:p>
          <a:endParaRPr lang="en-US"/>
        </a:p>
      </dgm:t>
    </dgm:pt>
    <dgm:pt modelId="{F5FE0C1B-E451-4B94-A7CD-D0A2D1D0DEA6}" type="sibTrans" cxnId="{833808DF-F845-467C-86D7-FE374EF8BF9F}">
      <dgm:prSet/>
      <dgm:spPr/>
      <dgm:t>
        <a:bodyPr/>
        <a:lstStyle/>
        <a:p>
          <a:endParaRPr lang="en-US"/>
        </a:p>
      </dgm:t>
    </dgm:pt>
    <dgm:pt modelId="{D90754DB-0BFF-495C-B36E-C147C1275520}">
      <dgm:prSet/>
      <dgm:spPr/>
      <dgm:t>
        <a:bodyPr/>
        <a:lstStyle/>
        <a:p>
          <a:r>
            <a:rPr kumimoji="1" lang="ja-JP" altLang="en-US" dirty="0"/>
            <a:t>・</a:t>
          </a:r>
          <a:r>
            <a:rPr kumimoji="1" lang="ja-JP" dirty="0"/>
            <a:t>社員情報登録機能</a:t>
          </a:r>
          <a:endParaRPr lang="en-US" dirty="0"/>
        </a:p>
      </dgm:t>
    </dgm:pt>
    <dgm:pt modelId="{F558B3B6-1582-4C1A-A3EE-4F528602023B}" type="parTrans" cxnId="{6421DD92-7865-4818-B85F-696D0FBD9208}">
      <dgm:prSet/>
      <dgm:spPr/>
      <dgm:t>
        <a:bodyPr/>
        <a:lstStyle/>
        <a:p>
          <a:endParaRPr lang="en-US"/>
        </a:p>
      </dgm:t>
    </dgm:pt>
    <dgm:pt modelId="{5D472262-135B-441D-A5CE-7F8F5D870D06}" type="sibTrans" cxnId="{6421DD92-7865-4818-B85F-696D0FBD9208}">
      <dgm:prSet/>
      <dgm:spPr/>
      <dgm:t>
        <a:bodyPr/>
        <a:lstStyle/>
        <a:p>
          <a:endParaRPr lang="en-US"/>
        </a:p>
      </dgm:t>
    </dgm:pt>
    <dgm:pt modelId="{4FF22E98-6026-4571-9CAE-062A2DCC4D5C}">
      <dgm:prSet/>
      <dgm:spPr/>
      <dgm:t>
        <a:bodyPr/>
        <a:lstStyle/>
        <a:p>
          <a:r>
            <a:rPr kumimoji="1" lang="ja-JP" altLang="en-US" dirty="0"/>
            <a:t>・</a:t>
          </a:r>
          <a:r>
            <a:rPr kumimoji="1" lang="ja-JP" dirty="0"/>
            <a:t>部署一覧表示機能</a:t>
          </a:r>
          <a:endParaRPr lang="en-US" dirty="0"/>
        </a:p>
      </dgm:t>
    </dgm:pt>
    <dgm:pt modelId="{4043DEF0-DFAA-48F7-8058-6C4A6F22FDA1}" type="parTrans" cxnId="{150BB636-3D3A-4F4B-B868-09284F6CDE24}">
      <dgm:prSet/>
      <dgm:spPr/>
      <dgm:t>
        <a:bodyPr/>
        <a:lstStyle/>
        <a:p>
          <a:endParaRPr lang="en-US"/>
        </a:p>
      </dgm:t>
    </dgm:pt>
    <dgm:pt modelId="{84EF5D02-5AA1-484B-9573-7B3E3BF36069}" type="sibTrans" cxnId="{150BB636-3D3A-4F4B-B868-09284F6CDE24}">
      <dgm:prSet/>
      <dgm:spPr/>
      <dgm:t>
        <a:bodyPr/>
        <a:lstStyle/>
        <a:p>
          <a:endParaRPr lang="en-US"/>
        </a:p>
      </dgm:t>
    </dgm:pt>
    <dgm:pt modelId="{50045278-F4C2-4FBA-BE92-ABE5709E6EE3}">
      <dgm:prSet/>
      <dgm:spPr/>
      <dgm:t>
        <a:bodyPr/>
        <a:lstStyle/>
        <a:p>
          <a:r>
            <a:rPr kumimoji="1" lang="ja-JP" altLang="en-US" dirty="0"/>
            <a:t>・</a:t>
          </a:r>
          <a:r>
            <a:rPr kumimoji="1" lang="ja-JP" dirty="0"/>
            <a:t>部署登録機能</a:t>
          </a:r>
          <a:endParaRPr lang="en-US" dirty="0"/>
        </a:p>
      </dgm:t>
    </dgm:pt>
    <dgm:pt modelId="{809EFB6F-498A-4625-95A6-27F0CF956FBC}" type="parTrans" cxnId="{DD7496B4-7F3E-4402-8D05-8743FBB3989F}">
      <dgm:prSet/>
      <dgm:spPr/>
      <dgm:t>
        <a:bodyPr/>
        <a:lstStyle/>
        <a:p>
          <a:endParaRPr lang="en-US"/>
        </a:p>
      </dgm:t>
    </dgm:pt>
    <dgm:pt modelId="{522BBC7B-D1EE-44B2-99D9-B41FB0EE1D3A}" type="sibTrans" cxnId="{DD7496B4-7F3E-4402-8D05-8743FBB3989F}">
      <dgm:prSet/>
      <dgm:spPr/>
      <dgm:t>
        <a:bodyPr/>
        <a:lstStyle/>
        <a:p>
          <a:endParaRPr lang="en-US"/>
        </a:p>
      </dgm:t>
    </dgm:pt>
    <dgm:pt modelId="{26085788-313A-4E2F-A99F-433E899253D6}" type="pres">
      <dgm:prSet presAssocID="{2BB94029-3180-4979-BB8E-4412238B1085}" presName="vert0" presStyleCnt="0">
        <dgm:presLayoutVars>
          <dgm:dir/>
          <dgm:animOne val="branch"/>
          <dgm:animLvl val="lvl"/>
        </dgm:presLayoutVars>
      </dgm:prSet>
      <dgm:spPr/>
    </dgm:pt>
    <dgm:pt modelId="{126B29A9-ACC2-4315-9A72-AEBC78142949}" type="pres">
      <dgm:prSet presAssocID="{65E7A4B0-4094-42F7-BD1C-ABC125EE5F4E}" presName="thickLine" presStyleLbl="alignNode1" presStyleIdx="0" presStyleCnt="4"/>
      <dgm:spPr/>
    </dgm:pt>
    <dgm:pt modelId="{8D87E400-5372-499E-AE81-B3B7D09385B4}" type="pres">
      <dgm:prSet presAssocID="{65E7A4B0-4094-42F7-BD1C-ABC125EE5F4E}" presName="horz1" presStyleCnt="0"/>
      <dgm:spPr/>
    </dgm:pt>
    <dgm:pt modelId="{9EF6318A-8CCC-4BC4-92D8-D667FC2462B4}" type="pres">
      <dgm:prSet presAssocID="{65E7A4B0-4094-42F7-BD1C-ABC125EE5F4E}" presName="tx1" presStyleLbl="revTx" presStyleIdx="0" presStyleCnt="4"/>
      <dgm:spPr/>
    </dgm:pt>
    <dgm:pt modelId="{7A27DB0E-05BF-4B0F-9599-6B513EA3C145}" type="pres">
      <dgm:prSet presAssocID="{65E7A4B0-4094-42F7-BD1C-ABC125EE5F4E}" presName="vert1" presStyleCnt="0"/>
      <dgm:spPr/>
    </dgm:pt>
    <dgm:pt modelId="{5CEEDE8C-77C0-4F5E-A61C-C5865E21E81F}" type="pres">
      <dgm:prSet presAssocID="{D90754DB-0BFF-495C-B36E-C147C1275520}" presName="thickLine" presStyleLbl="alignNode1" presStyleIdx="1" presStyleCnt="4"/>
      <dgm:spPr/>
    </dgm:pt>
    <dgm:pt modelId="{D82897FD-8FA4-44D2-999D-CC2DCD28DD07}" type="pres">
      <dgm:prSet presAssocID="{D90754DB-0BFF-495C-B36E-C147C1275520}" presName="horz1" presStyleCnt="0"/>
      <dgm:spPr/>
    </dgm:pt>
    <dgm:pt modelId="{B8C7BCD3-5B16-4055-A54F-2E5EA2E66E70}" type="pres">
      <dgm:prSet presAssocID="{D90754DB-0BFF-495C-B36E-C147C1275520}" presName="tx1" presStyleLbl="revTx" presStyleIdx="1" presStyleCnt="4"/>
      <dgm:spPr/>
    </dgm:pt>
    <dgm:pt modelId="{8311FCE6-FB2C-4544-977B-FCD2D39A2E69}" type="pres">
      <dgm:prSet presAssocID="{D90754DB-0BFF-495C-B36E-C147C1275520}" presName="vert1" presStyleCnt="0"/>
      <dgm:spPr/>
    </dgm:pt>
    <dgm:pt modelId="{85A12CEC-FD0B-42A7-9DB6-B5814458722D}" type="pres">
      <dgm:prSet presAssocID="{4FF22E98-6026-4571-9CAE-062A2DCC4D5C}" presName="thickLine" presStyleLbl="alignNode1" presStyleIdx="2" presStyleCnt="4"/>
      <dgm:spPr/>
    </dgm:pt>
    <dgm:pt modelId="{72369338-E041-4AC9-8820-4FDA0CE2B3C5}" type="pres">
      <dgm:prSet presAssocID="{4FF22E98-6026-4571-9CAE-062A2DCC4D5C}" presName="horz1" presStyleCnt="0"/>
      <dgm:spPr/>
    </dgm:pt>
    <dgm:pt modelId="{94CD9F74-E79D-4901-AB9A-26681461AE5A}" type="pres">
      <dgm:prSet presAssocID="{4FF22E98-6026-4571-9CAE-062A2DCC4D5C}" presName="tx1" presStyleLbl="revTx" presStyleIdx="2" presStyleCnt="4"/>
      <dgm:spPr/>
    </dgm:pt>
    <dgm:pt modelId="{DC8EE764-7647-42F3-A71E-6F9E506F5224}" type="pres">
      <dgm:prSet presAssocID="{4FF22E98-6026-4571-9CAE-062A2DCC4D5C}" presName="vert1" presStyleCnt="0"/>
      <dgm:spPr/>
    </dgm:pt>
    <dgm:pt modelId="{4460AA36-E3EA-44BA-8AE0-581A52C2BBF8}" type="pres">
      <dgm:prSet presAssocID="{50045278-F4C2-4FBA-BE92-ABE5709E6EE3}" presName="thickLine" presStyleLbl="alignNode1" presStyleIdx="3" presStyleCnt="4"/>
      <dgm:spPr/>
    </dgm:pt>
    <dgm:pt modelId="{78D14434-ABF8-4C71-97AE-00FF7D27510E}" type="pres">
      <dgm:prSet presAssocID="{50045278-F4C2-4FBA-BE92-ABE5709E6EE3}" presName="horz1" presStyleCnt="0"/>
      <dgm:spPr/>
    </dgm:pt>
    <dgm:pt modelId="{962E7A1B-1B59-4FAB-8E9B-EDFED1830D2C}" type="pres">
      <dgm:prSet presAssocID="{50045278-F4C2-4FBA-BE92-ABE5709E6EE3}" presName="tx1" presStyleLbl="revTx" presStyleIdx="3" presStyleCnt="4"/>
      <dgm:spPr/>
    </dgm:pt>
    <dgm:pt modelId="{485F45F1-A14C-4FB5-9C83-30A635DA7020}" type="pres">
      <dgm:prSet presAssocID="{50045278-F4C2-4FBA-BE92-ABE5709E6EE3}" presName="vert1" presStyleCnt="0"/>
      <dgm:spPr/>
    </dgm:pt>
  </dgm:ptLst>
  <dgm:cxnLst>
    <dgm:cxn modelId="{AE5EAE00-74EE-4CDF-AADC-3ECCCC2959ED}" type="presOf" srcId="{D90754DB-0BFF-495C-B36E-C147C1275520}" destId="{B8C7BCD3-5B16-4055-A54F-2E5EA2E66E70}" srcOrd="0" destOrd="0" presId="urn:microsoft.com/office/officeart/2008/layout/LinedList"/>
    <dgm:cxn modelId="{3C904409-D95F-413D-A9F7-8494B3570DBE}" type="presOf" srcId="{65E7A4B0-4094-42F7-BD1C-ABC125EE5F4E}" destId="{9EF6318A-8CCC-4BC4-92D8-D667FC2462B4}" srcOrd="0" destOrd="0" presId="urn:microsoft.com/office/officeart/2008/layout/LinedList"/>
    <dgm:cxn modelId="{150BB636-3D3A-4F4B-B868-09284F6CDE24}" srcId="{2BB94029-3180-4979-BB8E-4412238B1085}" destId="{4FF22E98-6026-4571-9CAE-062A2DCC4D5C}" srcOrd="2" destOrd="0" parTransId="{4043DEF0-DFAA-48F7-8058-6C4A6F22FDA1}" sibTransId="{84EF5D02-5AA1-484B-9573-7B3E3BF36069}"/>
    <dgm:cxn modelId="{07F0FB87-1BF3-4D1D-A24E-35649278A4FD}" type="presOf" srcId="{4FF22E98-6026-4571-9CAE-062A2DCC4D5C}" destId="{94CD9F74-E79D-4901-AB9A-26681461AE5A}" srcOrd="0" destOrd="0" presId="urn:microsoft.com/office/officeart/2008/layout/LinedList"/>
    <dgm:cxn modelId="{6421DD92-7865-4818-B85F-696D0FBD9208}" srcId="{2BB94029-3180-4979-BB8E-4412238B1085}" destId="{D90754DB-0BFF-495C-B36E-C147C1275520}" srcOrd="1" destOrd="0" parTransId="{F558B3B6-1582-4C1A-A3EE-4F528602023B}" sibTransId="{5D472262-135B-441D-A5CE-7F8F5D870D06}"/>
    <dgm:cxn modelId="{DD7496B4-7F3E-4402-8D05-8743FBB3989F}" srcId="{2BB94029-3180-4979-BB8E-4412238B1085}" destId="{50045278-F4C2-4FBA-BE92-ABE5709E6EE3}" srcOrd="3" destOrd="0" parTransId="{809EFB6F-498A-4625-95A6-27F0CF956FBC}" sibTransId="{522BBC7B-D1EE-44B2-99D9-B41FB0EE1D3A}"/>
    <dgm:cxn modelId="{712222BD-64E4-4CF0-B321-EFE3B810EF13}" type="presOf" srcId="{2BB94029-3180-4979-BB8E-4412238B1085}" destId="{26085788-313A-4E2F-A99F-433E899253D6}" srcOrd="0" destOrd="0" presId="urn:microsoft.com/office/officeart/2008/layout/LinedList"/>
    <dgm:cxn modelId="{CEC08DC6-4CB8-47F7-BCA4-EF8574E8AE56}" type="presOf" srcId="{50045278-F4C2-4FBA-BE92-ABE5709E6EE3}" destId="{962E7A1B-1B59-4FAB-8E9B-EDFED1830D2C}" srcOrd="0" destOrd="0" presId="urn:microsoft.com/office/officeart/2008/layout/LinedList"/>
    <dgm:cxn modelId="{833808DF-F845-467C-86D7-FE374EF8BF9F}" srcId="{2BB94029-3180-4979-BB8E-4412238B1085}" destId="{65E7A4B0-4094-42F7-BD1C-ABC125EE5F4E}" srcOrd="0" destOrd="0" parTransId="{58C425F5-20E9-4B3F-8B57-BA8FE57D5CC9}" sibTransId="{F5FE0C1B-E451-4B94-A7CD-D0A2D1D0DEA6}"/>
    <dgm:cxn modelId="{CD38B457-6987-4BA2-B9C2-08241B810E95}" type="presParOf" srcId="{26085788-313A-4E2F-A99F-433E899253D6}" destId="{126B29A9-ACC2-4315-9A72-AEBC78142949}" srcOrd="0" destOrd="0" presId="urn:microsoft.com/office/officeart/2008/layout/LinedList"/>
    <dgm:cxn modelId="{FA7276D8-7F09-4A64-B99D-A211457364EA}" type="presParOf" srcId="{26085788-313A-4E2F-A99F-433E899253D6}" destId="{8D87E400-5372-499E-AE81-B3B7D09385B4}" srcOrd="1" destOrd="0" presId="urn:microsoft.com/office/officeart/2008/layout/LinedList"/>
    <dgm:cxn modelId="{B27B591E-1FDE-4588-ACE3-1C38F4194055}" type="presParOf" srcId="{8D87E400-5372-499E-AE81-B3B7D09385B4}" destId="{9EF6318A-8CCC-4BC4-92D8-D667FC2462B4}" srcOrd="0" destOrd="0" presId="urn:microsoft.com/office/officeart/2008/layout/LinedList"/>
    <dgm:cxn modelId="{07CE16B0-0051-4EEE-9470-68504460EE02}" type="presParOf" srcId="{8D87E400-5372-499E-AE81-B3B7D09385B4}" destId="{7A27DB0E-05BF-4B0F-9599-6B513EA3C145}" srcOrd="1" destOrd="0" presId="urn:microsoft.com/office/officeart/2008/layout/LinedList"/>
    <dgm:cxn modelId="{F832C94A-BF69-44DA-8813-9307E21BFD0F}" type="presParOf" srcId="{26085788-313A-4E2F-A99F-433E899253D6}" destId="{5CEEDE8C-77C0-4F5E-A61C-C5865E21E81F}" srcOrd="2" destOrd="0" presId="urn:microsoft.com/office/officeart/2008/layout/LinedList"/>
    <dgm:cxn modelId="{FFAD9E3A-77F6-4B8A-8981-B4AC1C0EEC32}" type="presParOf" srcId="{26085788-313A-4E2F-A99F-433E899253D6}" destId="{D82897FD-8FA4-44D2-999D-CC2DCD28DD07}" srcOrd="3" destOrd="0" presId="urn:microsoft.com/office/officeart/2008/layout/LinedList"/>
    <dgm:cxn modelId="{DCBC91D4-428E-4FAF-8E76-D0530A5ECC91}" type="presParOf" srcId="{D82897FD-8FA4-44D2-999D-CC2DCD28DD07}" destId="{B8C7BCD3-5B16-4055-A54F-2E5EA2E66E70}" srcOrd="0" destOrd="0" presId="urn:microsoft.com/office/officeart/2008/layout/LinedList"/>
    <dgm:cxn modelId="{5270731A-64BB-4A90-B039-6AEE1A8B6667}" type="presParOf" srcId="{D82897FD-8FA4-44D2-999D-CC2DCD28DD07}" destId="{8311FCE6-FB2C-4544-977B-FCD2D39A2E69}" srcOrd="1" destOrd="0" presId="urn:microsoft.com/office/officeart/2008/layout/LinedList"/>
    <dgm:cxn modelId="{461FC00B-77B0-4D3F-99AD-EAAA1ADBD939}" type="presParOf" srcId="{26085788-313A-4E2F-A99F-433E899253D6}" destId="{85A12CEC-FD0B-42A7-9DB6-B5814458722D}" srcOrd="4" destOrd="0" presId="urn:microsoft.com/office/officeart/2008/layout/LinedList"/>
    <dgm:cxn modelId="{130212F2-C658-499A-BCFB-0F66469986AC}" type="presParOf" srcId="{26085788-313A-4E2F-A99F-433E899253D6}" destId="{72369338-E041-4AC9-8820-4FDA0CE2B3C5}" srcOrd="5" destOrd="0" presId="urn:microsoft.com/office/officeart/2008/layout/LinedList"/>
    <dgm:cxn modelId="{28DB73FF-18B6-4741-AC0D-495C26277816}" type="presParOf" srcId="{72369338-E041-4AC9-8820-4FDA0CE2B3C5}" destId="{94CD9F74-E79D-4901-AB9A-26681461AE5A}" srcOrd="0" destOrd="0" presId="urn:microsoft.com/office/officeart/2008/layout/LinedList"/>
    <dgm:cxn modelId="{0642DE0F-4A37-46D1-BFC6-9D6CEE195523}" type="presParOf" srcId="{72369338-E041-4AC9-8820-4FDA0CE2B3C5}" destId="{DC8EE764-7647-42F3-A71E-6F9E506F5224}" srcOrd="1" destOrd="0" presId="urn:microsoft.com/office/officeart/2008/layout/LinedList"/>
    <dgm:cxn modelId="{EE46489B-4E92-4F72-B2EC-4EBCB594A5BC}" type="presParOf" srcId="{26085788-313A-4E2F-A99F-433E899253D6}" destId="{4460AA36-E3EA-44BA-8AE0-581A52C2BBF8}" srcOrd="6" destOrd="0" presId="urn:microsoft.com/office/officeart/2008/layout/LinedList"/>
    <dgm:cxn modelId="{D7AF4C64-A336-4CA7-A9C8-F186C2E3CC18}" type="presParOf" srcId="{26085788-313A-4E2F-A99F-433E899253D6}" destId="{78D14434-ABF8-4C71-97AE-00FF7D27510E}" srcOrd="7" destOrd="0" presId="urn:microsoft.com/office/officeart/2008/layout/LinedList"/>
    <dgm:cxn modelId="{00227E0C-D2D5-47D4-841A-95D00E993EF3}" type="presParOf" srcId="{78D14434-ABF8-4C71-97AE-00FF7D27510E}" destId="{962E7A1B-1B59-4FAB-8E9B-EDFED1830D2C}" srcOrd="0" destOrd="0" presId="urn:microsoft.com/office/officeart/2008/layout/LinedList"/>
    <dgm:cxn modelId="{8B6A022A-27DA-4C10-A9B2-35FE6A2DECF8}" type="presParOf" srcId="{78D14434-ABF8-4C71-97AE-00FF7D27510E}" destId="{485F45F1-A14C-4FB5-9C83-30A635DA702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6B29A9-ACC2-4315-9A72-AEBC78142949}">
      <dsp:nvSpPr>
        <dsp:cNvPr id="0" name=""/>
        <dsp:cNvSpPr/>
      </dsp:nvSpPr>
      <dsp:spPr>
        <a:xfrm>
          <a:off x="0" y="0"/>
          <a:ext cx="5811128"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F6318A-8CCC-4BC4-92D8-D667FC2462B4}">
      <dsp:nvSpPr>
        <dsp:cNvPr id="0" name=""/>
        <dsp:cNvSpPr/>
      </dsp:nvSpPr>
      <dsp:spPr>
        <a:xfrm>
          <a:off x="0" y="0"/>
          <a:ext cx="5811128" cy="14195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070" tIns="179070" rIns="179070" bIns="179070" numCol="1" spcCol="1270" anchor="t" anchorCtr="0">
          <a:noAutofit/>
        </a:bodyPr>
        <a:lstStyle/>
        <a:p>
          <a:pPr marL="0" lvl="0" indent="0" algn="l" defTabSz="2089150">
            <a:lnSpc>
              <a:spcPct val="90000"/>
            </a:lnSpc>
            <a:spcBef>
              <a:spcPct val="0"/>
            </a:spcBef>
            <a:spcAft>
              <a:spcPct val="35000"/>
            </a:spcAft>
            <a:buNone/>
          </a:pPr>
          <a:r>
            <a:rPr kumimoji="1" lang="ja-JP" altLang="en-US" sz="4700" kern="1200" dirty="0"/>
            <a:t>・</a:t>
          </a:r>
          <a:r>
            <a:rPr kumimoji="1" lang="ja-JP" sz="4700" kern="1200" dirty="0"/>
            <a:t>社員一覧表示機能</a:t>
          </a:r>
          <a:endParaRPr lang="en-US" sz="4700" kern="1200" dirty="0"/>
        </a:p>
      </dsp:txBody>
      <dsp:txXfrm>
        <a:off x="0" y="0"/>
        <a:ext cx="5811128" cy="1419554"/>
      </dsp:txXfrm>
    </dsp:sp>
    <dsp:sp modelId="{5CEEDE8C-77C0-4F5E-A61C-C5865E21E81F}">
      <dsp:nvSpPr>
        <dsp:cNvPr id="0" name=""/>
        <dsp:cNvSpPr/>
      </dsp:nvSpPr>
      <dsp:spPr>
        <a:xfrm>
          <a:off x="0" y="1419554"/>
          <a:ext cx="5811128"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C7BCD3-5B16-4055-A54F-2E5EA2E66E70}">
      <dsp:nvSpPr>
        <dsp:cNvPr id="0" name=""/>
        <dsp:cNvSpPr/>
      </dsp:nvSpPr>
      <dsp:spPr>
        <a:xfrm>
          <a:off x="0" y="1419554"/>
          <a:ext cx="5811128" cy="14195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070" tIns="179070" rIns="179070" bIns="179070" numCol="1" spcCol="1270" anchor="t" anchorCtr="0">
          <a:noAutofit/>
        </a:bodyPr>
        <a:lstStyle/>
        <a:p>
          <a:pPr marL="0" lvl="0" indent="0" algn="l" defTabSz="2089150">
            <a:lnSpc>
              <a:spcPct val="90000"/>
            </a:lnSpc>
            <a:spcBef>
              <a:spcPct val="0"/>
            </a:spcBef>
            <a:spcAft>
              <a:spcPct val="35000"/>
            </a:spcAft>
            <a:buNone/>
          </a:pPr>
          <a:r>
            <a:rPr kumimoji="1" lang="ja-JP" altLang="en-US" sz="4700" kern="1200" dirty="0"/>
            <a:t>・</a:t>
          </a:r>
          <a:r>
            <a:rPr kumimoji="1" lang="ja-JP" sz="4700" kern="1200" dirty="0"/>
            <a:t>社員情報登録機能</a:t>
          </a:r>
          <a:endParaRPr lang="en-US" sz="4700" kern="1200" dirty="0"/>
        </a:p>
      </dsp:txBody>
      <dsp:txXfrm>
        <a:off x="0" y="1419554"/>
        <a:ext cx="5811128" cy="1419554"/>
      </dsp:txXfrm>
    </dsp:sp>
    <dsp:sp modelId="{85A12CEC-FD0B-42A7-9DB6-B5814458722D}">
      <dsp:nvSpPr>
        <dsp:cNvPr id="0" name=""/>
        <dsp:cNvSpPr/>
      </dsp:nvSpPr>
      <dsp:spPr>
        <a:xfrm>
          <a:off x="0" y="2839109"/>
          <a:ext cx="5811128"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CD9F74-E79D-4901-AB9A-26681461AE5A}">
      <dsp:nvSpPr>
        <dsp:cNvPr id="0" name=""/>
        <dsp:cNvSpPr/>
      </dsp:nvSpPr>
      <dsp:spPr>
        <a:xfrm>
          <a:off x="0" y="2839109"/>
          <a:ext cx="5811128" cy="14195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070" tIns="179070" rIns="179070" bIns="179070" numCol="1" spcCol="1270" anchor="t" anchorCtr="0">
          <a:noAutofit/>
        </a:bodyPr>
        <a:lstStyle/>
        <a:p>
          <a:pPr marL="0" lvl="0" indent="0" algn="l" defTabSz="2089150">
            <a:lnSpc>
              <a:spcPct val="90000"/>
            </a:lnSpc>
            <a:spcBef>
              <a:spcPct val="0"/>
            </a:spcBef>
            <a:spcAft>
              <a:spcPct val="35000"/>
            </a:spcAft>
            <a:buNone/>
          </a:pPr>
          <a:r>
            <a:rPr kumimoji="1" lang="ja-JP" altLang="en-US" sz="4700" kern="1200" dirty="0"/>
            <a:t>・</a:t>
          </a:r>
          <a:r>
            <a:rPr kumimoji="1" lang="ja-JP" sz="4700" kern="1200" dirty="0"/>
            <a:t>部署一覧表示機能</a:t>
          </a:r>
          <a:endParaRPr lang="en-US" sz="4700" kern="1200" dirty="0"/>
        </a:p>
      </dsp:txBody>
      <dsp:txXfrm>
        <a:off x="0" y="2839109"/>
        <a:ext cx="5811128" cy="1419554"/>
      </dsp:txXfrm>
    </dsp:sp>
    <dsp:sp modelId="{4460AA36-E3EA-44BA-8AE0-581A52C2BBF8}">
      <dsp:nvSpPr>
        <dsp:cNvPr id="0" name=""/>
        <dsp:cNvSpPr/>
      </dsp:nvSpPr>
      <dsp:spPr>
        <a:xfrm>
          <a:off x="0" y="4258664"/>
          <a:ext cx="5811128"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2E7A1B-1B59-4FAB-8E9B-EDFED1830D2C}">
      <dsp:nvSpPr>
        <dsp:cNvPr id="0" name=""/>
        <dsp:cNvSpPr/>
      </dsp:nvSpPr>
      <dsp:spPr>
        <a:xfrm>
          <a:off x="0" y="4258664"/>
          <a:ext cx="5811128" cy="14195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070" tIns="179070" rIns="179070" bIns="179070" numCol="1" spcCol="1270" anchor="t" anchorCtr="0">
          <a:noAutofit/>
        </a:bodyPr>
        <a:lstStyle/>
        <a:p>
          <a:pPr marL="0" lvl="0" indent="0" algn="l" defTabSz="2089150">
            <a:lnSpc>
              <a:spcPct val="90000"/>
            </a:lnSpc>
            <a:spcBef>
              <a:spcPct val="0"/>
            </a:spcBef>
            <a:spcAft>
              <a:spcPct val="35000"/>
            </a:spcAft>
            <a:buNone/>
          </a:pPr>
          <a:r>
            <a:rPr kumimoji="1" lang="ja-JP" altLang="en-US" sz="4700" kern="1200" dirty="0"/>
            <a:t>・</a:t>
          </a:r>
          <a:r>
            <a:rPr kumimoji="1" lang="ja-JP" sz="4700" kern="1200" dirty="0"/>
            <a:t>部署登録機能</a:t>
          </a:r>
          <a:endParaRPr lang="en-US" sz="4700" kern="1200" dirty="0"/>
        </a:p>
      </dsp:txBody>
      <dsp:txXfrm>
        <a:off x="0" y="4258664"/>
        <a:ext cx="5811128" cy="141955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D80842-7960-4DE6-8D7D-905FDC82DD95}" type="datetimeFigureOut">
              <a:rPr kumimoji="1" lang="ja-JP" altLang="en-US" smtClean="0"/>
              <a:t>2026/5/28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740193-CCFE-4CCA-94A6-1C8BF3E614A2}" type="slidenum">
              <a:rPr kumimoji="1" lang="ja-JP" altLang="en-US" smtClean="0"/>
              <a:t>‹#›</a:t>
            </a:fld>
            <a:endParaRPr kumimoji="1" lang="ja-JP" altLang="en-US"/>
          </a:p>
        </p:txBody>
      </p:sp>
    </p:spTree>
    <p:extLst>
      <p:ext uri="{BB962C8B-B14F-4D97-AF65-F5344CB8AC3E}">
        <p14:creationId xmlns:p14="http://schemas.microsoft.com/office/powerpoint/2010/main" val="87595648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4740193-CCFE-4CCA-94A6-1C8BF3E614A2}" type="slidenum">
              <a:rPr kumimoji="1" lang="ja-JP" altLang="en-US" smtClean="0"/>
              <a:t>1</a:t>
            </a:fld>
            <a:endParaRPr kumimoji="1" lang="ja-JP" altLang="en-US"/>
          </a:p>
        </p:txBody>
      </p:sp>
    </p:spTree>
    <p:extLst>
      <p:ext uri="{BB962C8B-B14F-4D97-AF65-F5344CB8AC3E}">
        <p14:creationId xmlns:p14="http://schemas.microsoft.com/office/powerpoint/2010/main" val="3630155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4740193-CCFE-4CCA-94A6-1C8BF3E614A2}" type="slidenum">
              <a:rPr kumimoji="1" lang="ja-JP" altLang="en-US" smtClean="0"/>
              <a:t>2</a:t>
            </a:fld>
            <a:endParaRPr kumimoji="1" lang="ja-JP" altLang="en-US"/>
          </a:p>
        </p:txBody>
      </p:sp>
    </p:spTree>
    <p:extLst>
      <p:ext uri="{BB962C8B-B14F-4D97-AF65-F5344CB8AC3E}">
        <p14:creationId xmlns:p14="http://schemas.microsoft.com/office/powerpoint/2010/main" val="7052064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4740193-CCFE-4CCA-94A6-1C8BF3E614A2}" type="slidenum">
              <a:rPr kumimoji="1" lang="ja-JP" altLang="en-US" smtClean="0"/>
              <a:t>5</a:t>
            </a:fld>
            <a:endParaRPr kumimoji="1" lang="ja-JP" altLang="en-US"/>
          </a:p>
        </p:txBody>
      </p:sp>
    </p:spTree>
    <p:extLst>
      <p:ext uri="{BB962C8B-B14F-4D97-AF65-F5344CB8AC3E}">
        <p14:creationId xmlns:p14="http://schemas.microsoft.com/office/powerpoint/2010/main" val="4247388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4740193-CCFE-4CCA-94A6-1C8BF3E614A2}" type="slidenum">
              <a:rPr kumimoji="1" lang="ja-JP" altLang="en-US" smtClean="0"/>
              <a:t>12</a:t>
            </a:fld>
            <a:endParaRPr kumimoji="1" lang="ja-JP" altLang="en-US"/>
          </a:p>
        </p:txBody>
      </p:sp>
    </p:spTree>
    <p:extLst>
      <p:ext uri="{BB962C8B-B14F-4D97-AF65-F5344CB8AC3E}">
        <p14:creationId xmlns:p14="http://schemas.microsoft.com/office/powerpoint/2010/main" val="1731560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4EDCD9-2B79-18A2-1508-8505B4BA723B}"/>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91FFDB4-0AB1-D3A1-F8CB-1144638FE4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7E5586B2-0FCF-474B-F99F-0916A29108AD}"/>
              </a:ext>
            </a:extLst>
          </p:cNvPr>
          <p:cNvSpPr>
            <a:spLocks noGrp="1"/>
          </p:cNvSpPr>
          <p:nvPr>
            <p:ph type="dt" sz="half" idx="10"/>
          </p:nvPr>
        </p:nvSpPr>
        <p:spPr/>
        <p:txBody>
          <a:bodyPr/>
          <a:lstStyle/>
          <a:p>
            <a:fld id="{6EB96349-7D37-4A76-A767-3CF35D5EC82B}" type="datetimeFigureOut">
              <a:rPr kumimoji="1" lang="ja-JP" altLang="en-US" smtClean="0"/>
              <a:t>2026/5/28</a:t>
            </a:fld>
            <a:endParaRPr kumimoji="1" lang="ja-JP" altLang="en-US"/>
          </a:p>
        </p:txBody>
      </p:sp>
      <p:sp>
        <p:nvSpPr>
          <p:cNvPr id="5" name="フッター プレースホルダー 4">
            <a:extLst>
              <a:ext uri="{FF2B5EF4-FFF2-40B4-BE49-F238E27FC236}">
                <a16:creationId xmlns:a16="http://schemas.microsoft.com/office/drawing/2014/main" id="{52EF3B7F-5D0E-E90F-6E11-A1299A195BA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D9AAF0C-995D-BDBC-E9F7-E7E4676B27FF}"/>
              </a:ext>
            </a:extLst>
          </p:cNvPr>
          <p:cNvSpPr>
            <a:spLocks noGrp="1"/>
          </p:cNvSpPr>
          <p:nvPr>
            <p:ph type="sldNum" sz="quarter" idx="12"/>
          </p:nvPr>
        </p:nvSpPr>
        <p:spPr/>
        <p:txBody>
          <a:bodyPr/>
          <a:lstStyle/>
          <a:p>
            <a:fld id="{F6CC5468-B4FC-4557-AEFC-5D7B7D2B7007}" type="slidenum">
              <a:rPr kumimoji="1" lang="ja-JP" altLang="en-US" smtClean="0"/>
              <a:t>‹#›</a:t>
            </a:fld>
            <a:endParaRPr kumimoji="1" lang="ja-JP" altLang="en-US"/>
          </a:p>
        </p:txBody>
      </p:sp>
    </p:spTree>
    <p:extLst>
      <p:ext uri="{BB962C8B-B14F-4D97-AF65-F5344CB8AC3E}">
        <p14:creationId xmlns:p14="http://schemas.microsoft.com/office/powerpoint/2010/main" val="3464684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E55178-B07C-0BFC-07CF-DB46863E152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D264844-23A0-99E0-09FA-6C97EE5133B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7925C05-0F3E-008C-F440-C7C024247742}"/>
              </a:ext>
            </a:extLst>
          </p:cNvPr>
          <p:cNvSpPr>
            <a:spLocks noGrp="1"/>
          </p:cNvSpPr>
          <p:nvPr>
            <p:ph type="dt" sz="half" idx="10"/>
          </p:nvPr>
        </p:nvSpPr>
        <p:spPr/>
        <p:txBody>
          <a:bodyPr/>
          <a:lstStyle/>
          <a:p>
            <a:fld id="{6EB96349-7D37-4A76-A767-3CF35D5EC82B}" type="datetimeFigureOut">
              <a:rPr kumimoji="1" lang="ja-JP" altLang="en-US" smtClean="0"/>
              <a:t>2026/5/28</a:t>
            </a:fld>
            <a:endParaRPr kumimoji="1" lang="ja-JP" altLang="en-US"/>
          </a:p>
        </p:txBody>
      </p:sp>
      <p:sp>
        <p:nvSpPr>
          <p:cNvPr id="5" name="フッター プレースホルダー 4">
            <a:extLst>
              <a:ext uri="{FF2B5EF4-FFF2-40B4-BE49-F238E27FC236}">
                <a16:creationId xmlns:a16="http://schemas.microsoft.com/office/drawing/2014/main" id="{0A64A7AF-C98E-C59B-5EC0-58229816441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FDE08CB-81F1-1530-60DC-8BBD8906BB6E}"/>
              </a:ext>
            </a:extLst>
          </p:cNvPr>
          <p:cNvSpPr>
            <a:spLocks noGrp="1"/>
          </p:cNvSpPr>
          <p:nvPr>
            <p:ph type="sldNum" sz="quarter" idx="12"/>
          </p:nvPr>
        </p:nvSpPr>
        <p:spPr/>
        <p:txBody>
          <a:bodyPr/>
          <a:lstStyle/>
          <a:p>
            <a:fld id="{F6CC5468-B4FC-4557-AEFC-5D7B7D2B7007}" type="slidenum">
              <a:rPr kumimoji="1" lang="ja-JP" altLang="en-US" smtClean="0"/>
              <a:t>‹#›</a:t>
            </a:fld>
            <a:endParaRPr kumimoji="1" lang="ja-JP" altLang="en-US"/>
          </a:p>
        </p:txBody>
      </p:sp>
    </p:spTree>
    <p:extLst>
      <p:ext uri="{BB962C8B-B14F-4D97-AF65-F5344CB8AC3E}">
        <p14:creationId xmlns:p14="http://schemas.microsoft.com/office/powerpoint/2010/main" val="1043177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F8D2DD-D3DE-5E2F-42C8-AD927C57641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E1AB30A-688C-AAB1-2E36-E8B9B539C8F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1A88BF3-16D7-9640-4352-6A1C6BC858EF}"/>
              </a:ext>
            </a:extLst>
          </p:cNvPr>
          <p:cNvSpPr>
            <a:spLocks noGrp="1"/>
          </p:cNvSpPr>
          <p:nvPr>
            <p:ph type="dt" sz="half" idx="10"/>
          </p:nvPr>
        </p:nvSpPr>
        <p:spPr/>
        <p:txBody>
          <a:bodyPr/>
          <a:lstStyle/>
          <a:p>
            <a:fld id="{6EB96349-7D37-4A76-A767-3CF35D5EC82B}" type="datetimeFigureOut">
              <a:rPr kumimoji="1" lang="ja-JP" altLang="en-US" smtClean="0"/>
              <a:t>2026/5/28</a:t>
            </a:fld>
            <a:endParaRPr kumimoji="1" lang="ja-JP" altLang="en-US"/>
          </a:p>
        </p:txBody>
      </p:sp>
      <p:sp>
        <p:nvSpPr>
          <p:cNvPr id="5" name="フッター プレースホルダー 4">
            <a:extLst>
              <a:ext uri="{FF2B5EF4-FFF2-40B4-BE49-F238E27FC236}">
                <a16:creationId xmlns:a16="http://schemas.microsoft.com/office/drawing/2014/main" id="{F97A0A2C-BD4C-6DD3-536E-40385A360F7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258FA78-6893-EAD9-0820-054E976367D3}"/>
              </a:ext>
            </a:extLst>
          </p:cNvPr>
          <p:cNvSpPr>
            <a:spLocks noGrp="1"/>
          </p:cNvSpPr>
          <p:nvPr>
            <p:ph type="sldNum" sz="quarter" idx="12"/>
          </p:nvPr>
        </p:nvSpPr>
        <p:spPr/>
        <p:txBody>
          <a:bodyPr/>
          <a:lstStyle/>
          <a:p>
            <a:fld id="{F6CC5468-B4FC-4557-AEFC-5D7B7D2B7007}" type="slidenum">
              <a:rPr kumimoji="1" lang="ja-JP" altLang="en-US" smtClean="0"/>
              <a:t>‹#›</a:t>
            </a:fld>
            <a:endParaRPr kumimoji="1" lang="ja-JP" altLang="en-US"/>
          </a:p>
        </p:txBody>
      </p:sp>
    </p:spTree>
    <p:extLst>
      <p:ext uri="{BB962C8B-B14F-4D97-AF65-F5344CB8AC3E}">
        <p14:creationId xmlns:p14="http://schemas.microsoft.com/office/powerpoint/2010/main" val="4161074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CDA645-675B-E785-2E6E-4FBB4026631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DAEEA72-DA1B-0DE1-82FB-D636765878FE}"/>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49CBF31-0491-3475-E5CB-62A9BE8C3B7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74CD5484-95D6-3ABE-160B-5E591ACB1E41}"/>
              </a:ext>
            </a:extLst>
          </p:cNvPr>
          <p:cNvSpPr>
            <a:spLocks noGrp="1"/>
          </p:cNvSpPr>
          <p:nvPr>
            <p:ph type="dt" sz="half" idx="10"/>
          </p:nvPr>
        </p:nvSpPr>
        <p:spPr/>
        <p:txBody>
          <a:bodyPr/>
          <a:lstStyle/>
          <a:p>
            <a:fld id="{6EB96349-7D37-4A76-A767-3CF35D5EC82B}" type="datetimeFigureOut">
              <a:rPr kumimoji="1" lang="ja-JP" altLang="en-US" smtClean="0"/>
              <a:t>2026/5/28</a:t>
            </a:fld>
            <a:endParaRPr kumimoji="1" lang="ja-JP" altLang="en-US"/>
          </a:p>
        </p:txBody>
      </p:sp>
      <p:sp>
        <p:nvSpPr>
          <p:cNvPr id="6" name="フッター プレースホルダー 5">
            <a:extLst>
              <a:ext uri="{FF2B5EF4-FFF2-40B4-BE49-F238E27FC236}">
                <a16:creationId xmlns:a16="http://schemas.microsoft.com/office/drawing/2014/main" id="{BB5BC4D4-10B8-9D1A-9391-DFA193684BD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C7FDEB1-DA22-E7A0-5152-34B2CCD2F961}"/>
              </a:ext>
            </a:extLst>
          </p:cNvPr>
          <p:cNvSpPr>
            <a:spLocks noGrp="1"/>
          </p:cNvSpPr>
          <p:nvPr>
            <p:ph type="sldNum" sz="quarter" idx="12"/>
          </p:nvPr>
        </p:nvSpPr>
        <p:spPr/>
        <p:txBody>
          <a:bodyPr/>
          <a:lstStyle/>
          <a:p>
            <a:fld id="{F6CC5468-B4FC-4557-AEFC-5D7B7D2B7007}" type="slidenum">
              <a:rPr kumimoji="1" lang="ja-JP" altLang="en-US" smtClean="0"/>
              <a:t>‹#›</a:t>
            </a:fld>
            <a:endParaRPr kumimoji="1" lang="ja-JP" altLang="en-US"/>
          </a:p>
        </p:txBody>
      </p:sp>
    </p:spTree>
    <p:extLst>
      <p:ext uri="{BB962C8B-B14F-4D97-AF65-F5344CB8AC3E}">
        <p14:creationId xmlns:p14="http://schemas.microsoft.com/office/powerpoint/2010/main" val="2469748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3688AE-1C43-D248-F82D-9B37E8B64F9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4380152-CF70-8A38-6CC7-412C801BB6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B6A8475F-B64A-0F0B-1324-118FE8F0543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A28C385-0B89-9DC1-0D95-77CBB96D3A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44FC0D83-4638-4F53-F87A-E3802574DD8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87FD786A-CCE2-926D-2BE0-80E8894B7E91}"/>
              </a:ext>
            </a:extLst>
          </p:cNvPr>
          <p:cNvSpPr>
            <a:spLocks noGrp="1"/>
          </p:cNvSpPr>
          <p:nvPr>
            <p:ph type="dt" sz="half" idx="10"/>
          </p:nvPr>
        </p:nvSpPr>
        <p:spPr/>
        <p:txBody>
          <a:bodyPr/>
          <a:lstStyle/>
          <a:p>
            <a:fld id="{6EB96349-7D37-4A76-A767-3CF35D5EC82B}" type="datetimeFigureOut">
              <a:rPr kumimoji="1" lang="ja-JP" altLang="en-US" smtClean="0"/>
              <a:t>2026/5/28</a:t>
            </a:fld>
            <a:endParaRPr kumimoji="1" lang="ja-JP" altLang="en-US"/>
          </a:p>
        </p:txBody>
      </p:sp>
      <p:sp>
        <p:nvSpPr>
          <p:cNvPr id="8" name="フッター プレースホルダー 7">
            <a:extLst>
              <a:ext uri="{FF2B5EF4-FFF2-40B4-BE49-F238E27FC236}">
                <a16:creationId xmlns:a16="http://schemas.microsoft.com/office/drawing/2014/main" id="{4A146A20-F3FB-E89C-C422-76C6982098E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8C743F8-4DBD-614E-EF00-DD3A26363508}"/>
              </a:ext>
            </a:extLst>
          </p:cNvPr>
          <p:cNvSpPr>
            <a:spLocks noGrp="1"/>
          </p:cNvSpPr>
          <p:nvPr>
            <p:ph type="sldNum" sz="quarter" idx="12"/>
          </p:nvPr>
        </p:nvSpPr>
        <p:spPr/>
        <p:txBody>
          <a:bodyPr/>
          <a:lstStyle/>
          <a:p>
            <a:fld id="{F6CC5468-B4FC-4557-AEFC-5D7B7D2B7007}" type="slidenum">
              <a:rPr kumimoji="1" lang="ja-JP" altLang="en-US" smtClean="0"/>
              <a:t>‹#›</a:t>
            </a:fld>
            <a:endParaRPr kumimoji="1" lang="ja-JP" altLang="en-US"/>
          </a:p>
        </p:txBody>
      </p:sp>
    </p:spTree>
    <p:extLst>
      <p:ext uri="{BB962C8B-B14F-4D97-AF65-F5344CB8AC3E}">
        <p14:creationId xmlns:p14="http://schemas.microsoft.com/office/powerpoint/2010/main" val="3881178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6E13BC-9A41-E11C-7EB3-19C938581C0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B99AAF7-FD78-6009-F02F-632B1AF7EA0F}"/>
              </a:ext>
            </a:extLst>
          </p:cNvPr>
          <p:cNvSpPr>
            <a:spLocks noGrp="1"/>
          </p:cNvSpPr>
          <p:nvPr>
            <p:ph type="dt" sz="half" idx="10"/>
          </p:nvPr>
        </p:nvSpPr>
        <p:spPr/>
        <p:txBody>
          <a:bodyPr/>
          <a:lstStyle/>
          <a:p>
            <a:fld id="{6EB96349-7D37-4A76-A767-3CF35D5EC82B}" type="datetimeFigureOut">
              <a:rPr kumimoji="1" lang="ja-JP" altLang="en-US" smtClean="0"/>
              <a:t>2026/5/28</a:t>
            </a:fld>
            <a:endParaRPr kumimoji="1" lang="ja-JP" altLang="en-US"/>
          </a:p>
        </p:txBody>
      </p:sp>
      <p:sp>
        <p:nvSpPr>
          <p:cNvPr id="4" name="フッター プレースホルダー 3">
            <a:extLst>
              <a:ext uri="{FF2B5EF4-FFF2-40B4-BE49-F238E27FC236}">
                <a16:creationId xmlns:a16="http://schemas.microsoft.com/office/drawing/2014/main" id="{910E8B76-C735-63F1-99E7-27E8F47AA60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7419DF9B-A567-2688-EB9F-C94E28763DD0}"/>
              </a:ext>
            </a:extLst>
          </p:cNvPr>
          <p:cNvSpPr>
            <a:spLocks noGrp="1"/>
          </p:cNvSpPr>
          <p:nvPr>
            <p:ph type="sldNum" sz="quarter" idx="12"/>
          </p:nvPr>
        </p:nvSpPr>
        <p:spPr/>
        <p:txBody>
          <a:bodyPr/>
          <a:lstStyle/>
          <a:p>
            <a:fld id="{F6CC5468-B4FC-4557-AEFC-5D7B7D2B7007}" type="slidenum">
              <a:rPr kumimoji="1" lang="ja-JP" altLang="en-US" smtClean="0"/>
              <a:t>‹#›</a:t>
            </a:fld>
            <a:endParaRPr kumimoji="1" lang="ja-JP" altLang="en-US"/>
          </a:p>
        </p:txBody>
      </p:sp>
    </p:spTree>
    <p:extLst>
      <p:ext uri="{BB962C8B-B14F-4D97-AF65-F5344CB8AC3E}">
        <p14:creationId xmlns:p14="http://schemas.microsoft.com/office/powerpoint/2010/main" val="65563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0F2E269-80FF-9859-49E6-050D4AEB408A}"/>
              </a:ext>
            </a:extLst>
          </p:cNvPr>
          <p:cNvSpPr>
            <a:spLocks noGrp="1"/>
          </p:cNvSpPr>
          <p:nvPr>
            <p:ph type="dt" sz="half" idx="10"/>
          </p:nvPr>
        </p:nvSpPr>
        <p:spPr/>
        <p:txBody>
          <a:bodyPr/>
          <a:lstStyle/>
          <a:p>
            <a:fld id="{6EB96349-7D37-4A76-A767-3CF35D5EC82B}" type="datetimeFigureOut">
              <a:rPr kumimoji="1" lang="ja-JP" altLang="en-US" smtClean="0"/>
              <a:t>2026/5/28</a:t>
            </a:fld>
            <a:endParaRPr kumimoji="1" lang="ja-JP" altLang="en-US"/>
          </a:p>
        </p:txBody>
      </p:sp>
      <p:sp>
        <p:nvSpPr>
          <p:cNvPr id="3" name="フッター プレースホルダー 2">
            <a:extLst>
              <a:ext uri="{FF2B5EF4-FFF2-40B4-BE49-F238E27FC236}">
                <a16:creationId xmlns:a16="http://schemas.microsoft.com/office/drawing/2014/main" id="{4F6C6579-74A7-971E-03C9-5E2B1C95822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E5573A7-F174-03FD-01BC-35DD3E323B94}"/>
              </a:ext>
            </a:extLst>
          </p:cNvPr>
          <p:cNvSpPr>
            <a:spLocks noGrp="1"/>
          </p:cNvSpPr>
          <p:nvPr>
            <p:ph type="sldNum" sz="quarter" idx="12"/>
          </p:nvPr>
        </p:nvSpPr>
        <p:spPr/>
        <p:txBody>
          <a:bodyPr/>
          <a:lstStyle/>
          <a:p>
            <a:fld id="{F6CC5468-B4FC-4557-AEFC-5D7B7D2B7007}" type="slidenum">
              <a:rPr kumimoji="1" lang="ja-JP" altLang="en-US" smtClean="0"/>
              <a:t>‹#›</a:t>
            </a:fld>
            <a:endParaRPr kumimoji="1" lang="ja-JP" altLang="en-US"/>
          </a:p>
        </p:txBody>
      </p:sp>
    </p:spTree>
    <p:extLst>
      <p:ext uri="{BB962C8B-B14F-4D97-AF65-F5344CB8AC3E}">
        <p14:creationId xmlns:p14="http://schemas.microsoft.com/office/powerpoint/2010/main" val="3275126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233641-BAD8-1A6E-9547-5AC9034994B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336630F-A01F-EDA6-7E6F-EBC1545E5B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A60F08C-E31C-5B20-2A68-6F7CE20EE1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1C942E0-31E9-D3D8-8A6F-43D00EE90B7F}"/>
              </a:ext>
            </a:extLst>
          </p:cNvPr>
          <p:cNvSpPr>
            <a:spLocks noGrp="1"/>
          </p:cNvSpPr>
          <p:nvPr>
            <p:ph type="dt" sz="half" idx="10"/>
          </p:nvPr>
        </p:nvSpPr>
        <p:spPr/>
        <p:txBody>
          <a:bodyPr/>
          <a:lstStyle/>
          <a:p>
            <a:fld id="{6EB96349-7D37-4A76-A767-3CF35D5EC82B}" type="datetimeFigureOut">
              <a:rPr kumimoji="1" lang="ja-JP" altLang="en-US" smtClean="0"/>
              <a:t>2026/5/28</a:t>
            </a:fld>
            <a:endParaRPr kumimoji="1" lang="ja-JP" altLang="en-US"/>
          </a:p>
        </p:txBody>
      </p:sp>
      <p:sp>
        <p:nvSpPr>
          <p:cNvPr id="6" name="フッター プレースホルダー 5">
            <a:extLst>
              <a:ext uri="{FF2B5EF4-FFF2-40B4-BE49-F238E27FC236}">
                <a16:creationId xmlns:a16="http://schemas.microsoft.com/office/drawing/2014/main" id="{D3C251E1-6B87-FA02-302C-AD600140BE2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EAA0510-6175-75FD-7EF9-538C953DDFEA}"/>
              </a:ext>
            </a:extLst>
          </p:cNvPr>
          <p:cNvSpPr>
            <a:spLocks noGrp="1"/>
          </p:cNvSpPr>
          <p:nvPr>
            <p:ph type="sldNum" sz="quarter" idx="12"/>
          </p:nvPr>
        </p:nvSpPr>
        <p:spPr/>
        <p:txBody>
          <a:bodyPr/>
          <a:lstStyle/>
          <a:p>
            <a:fld id="{F6CC5468-B4FC-4557-AEFC-5D7B7D2B7007}" type="slidenum">
              <a:rPr kumimoji="1" lang="ja-JP" altLang="en-US" smtClean="0"/>
              <a:t>‹#›</a:t>
            </a:fld>
            <a:endParaRPr kumimoji="1" lang="ja-JP" altLang="en-US"/>
          </a:p>
        </p:txBody>
      </p:sp>
    </p:spTree>
    <p:extLst>
      <p:ext uri="{BB962C8B-B14F-4D97-AF65-F5344CB8AC3E}">
        <p14:creationId xmlns:p14="http://schemas.microsoft.com/office/powerpoint/2010/main" val="2061674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B4E42B-7B27-F5EE-B10A-DBEB4BE8B20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684F3A4-7667-32ED-A7AE-E602EFCF94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79C5F95E-910E-9B03-4FE9-A186D7CE22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E2879D9-B6AA-F386-6A13-6CFCD48E02BD}"/>
              </a:ext>
            </a:extLst>
          </p:cNvPr>
          <p:cNvSpPr>
            <a:spLocks noGrp="1"/>
          </p:cNvSpPr>
          <p:nvPr>
            <p:ph type="dt" sz="half" idx="10"/>
          </p:nvPr>
        </p:nvSpPr>
        <p:spPr/>
        <p:txBody>
          <a:bodyPr/>
          <a:lstStyle/>
          <a:p>
            <a:fld id="{6EB96349-7D37-4A76-A767-3CF35D5EC82B}" type="datetimeFigureOut">
              <a:rPr kumimoji="1" lang="ja-JP" altLang="en-US" smtClean="0"/>
              <a:t>2026/5/28</a:t>
            </a:fld>
            <a:endParaRPr kumimoji="1" lang="ja-JP" altLang="en-US"/>
          </a:p>
        </p:txBody>
      </p:sp>
      <p:sp>
        <p:nvSpPr>
          <p:cNvPr id="6" name="フッター プレースホルダー 5">
            <a:extLst>
              <a:ext uri="{FF2B5EF4-FFF2-40B4-BE49-F238E27FC236}">
                <a16:creationId xmlns:a16="http://schemas.microsoft.com/office/drawing/2014/main" id="{930C0191-7EDE-A7C3-0849-B5F329263E8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315D9CC-125D-8EB9-8878-849A1AD2FCDC}"/>
              </a:ext>
            </a:extLst>
          </p:cNvPr>
          <p:cNvSpPr>
            <a:spLocks noGrp="1"/>
          </p:cNvSpPr>
          <p:nvPr>
            <p:ph type="sldNum" sz="quarter" idx="12"/>
          </p:nvPr>
        </p:nvSpPr>
        <p:spPr/>
        <p:txBody>
          <a:bodyPr/>
          <a:lstStyle/>
          <a:p>
            <a:fld id="{F6CC5468-B4FC-4557-AEFC-5D7B7D2B7007}" type="slidenum">
              <a:rPr kumimoji="1" lang="ja-JP" altLang="en-US" smtClean="0"/>
              <a:t>‹#›</a:t>
            </a:fld>
            <a:endParaRPr kumimoji="1" lang="ja-JP" altLang="en-US"/>
          </a:p>
        </p:txBody>
      </p:sp>
    </p:spTree>
    <p:extLst>
      <p:ext uri="{BB962C8B-B14F-4D97-AF65-F5344CB8AC3E}">
        <p14:creationId xmlns:p14="http://schemas.microsoft.com/office/powerpoint/2010/main" val="2687072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6CBBBA-8A1E-0AAE-DD75-C061D5B4FCD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4166450-AAA4-AED7-480C-A8E377D4B38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6648387-BF58-8E62-BC48-6DA83226D8A6}"/>
              </a:ext>
            </a:extLst>
          </p:cNvPr>
          <p:cNvSpPr>
            <a:spLocks noGrp="1"/>
          </p:cNvSpPr>
          <p:nvPr>
            <p:ph type="dt" sz="half" idx="10"/>
          </p:nvPr>
        </p:nvSpPr>
        <p:spPr/>
        <p:txBody>
          <a:bodyPr/>
          <a:lstStyle/>
          <a:p>
            <a:fld id="{6EB96349-7D37-4A76-A767-3CF35D5EC82B}" type="datetimeFigureOut">
              <a:rPr kumimoji="1" lang="ja-JP" altLang="en-US" smtClean="0"/>
              <a:t>2026/5/28</a:t>
            </a:fld>
            <a:endParaRPr kumimoji="1" lang="ja-JP" altLang="en-US"/>
          </a:p>
        </p:txBody>
      </p:sp>
      <p:sp>
        <p:nvSpPr>
          <p:cNvPr id="5" name="フッター プレースホルダー 4">
            <a:extLst>
              <a:ext uri="{FF2B5EF4-FFF2-40B4-BE49-F238E27FC236}">
                <a16:creationId xmlns:a16="http://schemas.microsoft.com/office/drawing/2014/main" id="{F77E49C2-6339-937F-FA3E-AB12B18859F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4833463-A715-FA61-3F32-076EA6717629}"/>
              </a:ext>
            </a:extLst>
          </p:cNvPr>
          <p:cNvSpPr>
            <a:spLocks noGrp="1"/>
          </p:cNvSpPr>
          <p:nvPr>
            <p:ph type="sldNum" sz="quarter" idx="12"/>
          </p:nvPr>
        </p:nvSpPr>
        <p:spPr/>
        <p:txBody>
          <a:bodyPr/>
          <a:lstStyle/>
          <a:p>
            <a:fld id="{F6CC5468-B4FC-4557-AEFC-5D7B7D2B7007}" type="slidenum">
              <a:rPr kumimoji="1" lang="ja-JP" altLang="en-US" smtClean="0"/>
              <a:t>‹#›</a:t>
            </a:fld>
            <a:endParaRPr kumimoji="1" lang="ja-JP" altLang="en-US"/>
          </a:p>
        </p:txBody>
      </p:sp>
    </p:spTree>
    <p:extLst>
      <p:ext uri="{BB962C8B-B14F-4D97-AF65-F5344CB8AC3E}">
        <p14:creationId xmlns:p14="http://schemas.microsoft.com/office/powerpoint/2010/main" val="3659026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A9742F5-BBEA-1258-A578-AC1DF878B95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A786B4C-2E94-4A73-C4C2-505166D2B915}"/>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768FBD5-1D03-F551-2872-9709B01A1B6F}"/>
              </a:ext>
            </a:extLst>
          </p:cNvPr>
          <p:cNvSpPr>
            <a:spLocks noGrp="1"/>
          </p:cNvSpPr>
          <p:nvPr>
            <p:ph type="dt" sz="half" idx="10"/>
          </p:nvPr>
        </p:nvSpPr>
        <p:spPr/>
        <p:txBody>
          <a:bodyPr/>
          <a:lstStyle/>
          <a:p>
            <a:fld id="{6EB96349-7D37-4A76-A767-3CF35D5EC82B}" type="datetimeFigureOut">
              <a:rPr kumimoji="1" lang="ja-JP" altLang="en-US" smtClean="0"/>
              <a:t>2026/5/28</a:t>
            </a:fld>
            <a:endParaRPr kumimoji="1" lang="ja-JP" altLang="en-US"/>
          </a:p>
        </p:txBody>
      </p:sp>
      <p:sp>
        <p:nvSpPr>
          <p:cNvPr id="5" name="フッター プレースホルダー 4">
            <a:extLst>
              <a:ext uri="{FF2B5EF4-FFF2-40B4-BE49-F238E27FC236}">
                <a16:creationId xmlns:a16="http://schemas.microsoft.com/office/drawing/2014/main" id="{20466662-ADE7-8ABB-B2B9-AA009B5FEF8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86AB19C-184A-975B-8D6B-34B3C61BF707}"/>
              </a:ext>
            </a:extLst>
          </p:cNvPr>
          <p:cNvSpPr>
            <a:spLocks noGrp="1"/>
          </p:cNvSpPr>
          <p:nvPr>
            <p:ph type="sldNum" sz="quarter" idx="12"/>
          </p:nvPr>
        </p:nvSpPr>
        <p:spPr/>
        <p:txBody>
          <a:bodyPr/>
          <a:lstStyle/>
          <a:p>
            <a:fld id="{F6CC5468-B4FC-4557-AEFC-5D7B7D2B7007}" type="slidenum">
              <a:rPr kumimoji="1" lang="ja-JP" altLang="en-US" smtClean="0"/>
              <a:t>‹#›</a:t>
            </a:fld>
            <a:endParaRPr kumimoji="1" lang="ja-JP" altLang="en-US"/>
          </a:p>
        </p:txBody>
      </p:sp>
    </p:spTree>
    <p:extLst>
      <p:ext uri="{BB962C8B-B14F-4D97-AF65-F5344CB8AC3E}">
        <p14:creationId xmlns:p14="http://schemas.microsoft.com/office/powerpoint/2010/main" val="3436449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E41D97E-4985-3B94-5741-70B8F9BE7E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10A8440-2BEB-1933-E268-810D4F6CCF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B1748B9-BEF2-5100-177E-4346B576D5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EB96349-7D37-4A76-A767-3CF35D5EC82B}" type="datetimeFigureOut">
              <a:rPr kumimoji="1" lang="ja-JP" altLang="en-US" smtClean="0"/>
              <a:t>2026/5/28</a:t>
            </a:fld>
            <a:endParaRPr kumimoji="1" lang="ja-JP" altLang="en-US"/>
          </a:p>
        </p:txBody>
      </p:sp>
      <p:sp>
        <p:nvSpPr>
          <p:cNvPr id="5" name="フッター プレースホルダー 4">
            <a:extLst>
              <a:ext uri="{FF2B5EF4-FFF2-40B4-BE49-F238E27FC236}">
                <a16:creationId xmlns:a16="http://schemas.microsoft.com/office/drawing/2014/main" id="{7C8F1326-80A0-2D23-456D-C1C358AFF2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9E6DA9D-E0A1-A1C9-F52F-2D580D7381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6CC5468-B4FC-4557-AEFC-5D7B7D2B7007}" type="slidenum">
              <a:rPr kumimoji="1" lang="ja-JP" altLang="en-US" smtClean="0"/>
              <a:t>‹#›</a:t>
            </a:fld>
            <a:endParaRPr kumimoji="1" lang="ja-JP" altLang="en-US"/>
          </a:p>
        </p:txBody>
      </p:sp>
    </p:spTree>
    <p:extLst>
      <p:ext uri="{BB962C8B-B14F-4D97-AF65-F5344CB8AC3E}">
        <p14:creationId xmlns:p14="http://schemas.microsoft.com/office/powerpoint/2010/main" val="22939463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3" name="Rectangle 32">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タイトル 1">
            <a:extLst>
              <a:ext uri="{FF2B5EF4-FFF2-40B4-BE49-F238E27FC236}">
                <a16:creationId xmlns:a16="http://schemas.microsoft.com/office/drawing/2014/main" id="{5A682D5A-F224-71E2-0EC4-03ADBBC74F32}"/>
              </a:ext>
            </a:extLst>
          </p:cNvPr>
          <p:cNvSpPr>
            <a:spLocks noGrp="1"/>
          </p:cNvSpPr>
          <p:nvPr>
            <p:ph type="ctrTitle"/>
          </p:nvPr>
        </p:nvSpPr>
        <p:spPr>
          <a:xfrm>
            <a:off x="3486315" y="1414357"/>
            <a:ext cx="5219369" cy="2513516"/>
          </a:xfrm>
        </p:spPr>
        <p:txBody>
          <a:bodyPr>
            <a:normAutofit/>
          </a:bodyPr>
          <a:lstStyle/>
          <a:p>
            <a:r>
              <a:rPr lang="en-US" altLang="ja-JP" dirty="0"/>
              <a:t>W</a:t>
            </a:r>
            <a:r>
              <a:rPr kumimoji="1" lang="en-US" altLang="ja-JP" dirty="0"/>
              <a:t>eb</a:t>
            </a:r>
            <a:r>
              <a:rPr kumimoji="1" lang="ja-JP" altLang="en-US" dirty="0"/>
              <a:t>開発演習成果発表</a:t>
            </a:r>
          </a:p>
        </p:txBody>
      </p:sp>
      <p:sp>
        <p:nvSpPr>
          <p:cNvPr id="3" name="字幕 2">
            <a:extLst>
              <a:ext uri="{FF2B5EF4-FFF2-40B4-BE49-F238E27FC236}">
                <a16:creationId xmlns:a16="http://schemas.microsoft.com/office/drawing/2014/main" id="{4326D290-0228-81FE-BA79-BB5F3BF7DB7F}"/>
              </a:ext>
            </a:extLst>
          </p:cNvPr>
          <p:cNvSpPr>
            <a:spLocks noGrp="1"/>
          </p:cNvSpPr>
          <p:nvPr>
            <p:ph type="subTitle" idx="1"/>
          </p:nvPr>
        </p:nvSpPr>
        <p:spPr>
          <a:xfrm>
            <a:off x="3345005" y="4463184"/>
            <a:ext cx="5561938" cy="1534587"/>
          </a:xfrm>
        </p:spPr>
        <p:txBody>
          <a:bodyPr>
            <a:normAutofit/>
          </a:bodyPr>
          <a:lstStyle/>
          <a:p>
            <a:r>
              <a:rPr kumimoji="1" lang="en-US" altLang="ja-JP" dirty="0"/>
              <a:t>2026/05/29</a:t>
            </a:r>
          </a:p>
          <a:p>
            <a:r>
              <a:rPr kumimoji="1" lang="ja-JP" altLang="en-US" dirty="0"/>
              <a:t>株式会社ハウズ・プラン</a:t>
            </a:r>
            <a:endParaRPr kumimoji="1" lang="en-US" altLang="ja-JP" dirty="0"/>
          </a:p>
          <a:p>
            <a:r>
              <a:rPr lang="ja-JP" altLang="en-US" dirty="0"/>
              <a:t>董 佳恩</a:t>
            </a:r>
            <a:endParaRPr kumimoji="1" lang="ja-JP" altLang="en-US" dirty="0"/>
          </a:p>
        </p:txBody>
      </p:sp>
      <p:sp>
        <p:nvSpPr>
          <p:cNvPr id="37" name="Arc 36">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9" name="Oval 38">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63505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26EB9DC-0695-2C49-C918-81E5E2A97EE7}"/>
              </a:ext>
            </a:extLst>
          </p:cNvPr>
          <p:cNvSpPr>
            <a:spLocks noGrp="1"/>
          </p:cNvSpPr>
          <p:nvPr>
            <p:ph type="title"/>
          </p:nvPr>
        </p:nvSpPr>
        <p:spPr>
          <a:xfrm>
            <a:off x="686834" y="1153572"/>
            <a:ext cx="3200400" cy="4461163"/>
          </a:xfrm>
        </p:spPr>
        <p:txBody>
          <a:bodyPr>
            <a:normAutofit/>
          </a:bodyPr>
          <a:lstStyle/>
          <a:p>
            <a:r>
              <a:rPr kumimoji="1" lang="ja-JP" altLang="en-US">
                <a:solidFill>
                  <a:srgbClr val="FFFFFF"/>
                </a:solidFill>
              </a:rPr>
              <a:t>開発内容</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8EB75AAC-F932-0220-406D-EA5A4BD32C96}"/>
              </a:ext>
            </a:extLst>
          </p:cNvPr>
          <p:cNvSpPr>
            <a:spLocks noGrp="1"/>
          </p:cNvSpPr>
          <p:nvPr>
            <p:ph idx="1"/>
          </p:nvPr>
        </p:nvSpPr>
        <p:spPr>
          <a:xfrm>
            <a:off x="4447308" y="591344"/>
            <a:ext cx="6732321" cy="5585619"/>
          </a:xfrm>
        </p:spPr>
        <p:txBody>
          <a:bodyPr anchor="ctr">
            <a:normAutofit/>
          </a:bodyPr>
          <a:lstStyle/>
          <a:p>
            <a:pPr>
              <a:buFont typeface="Wingdings" panose="05000000000000000000" pitchFamily="2" charset="2"/>
              <a:buChar char="l"/>
            </a:pPr>
            <a:r>
              <a:rPr kumimoji="1" lang="ja-JP" altLang="en-US" dirty="0"/>
              <a:t>社員情報開発システム</a:t>
            </a:r>
            <a:endParaRPr kumimoji="1" lang="en-US" altLang="ja-JP" dirty="0"/>
          </a:p>
          <a:p>
            <a:pPr lvl="1"/>
            <a:r>
              <a:rPr lang="ja-JP" altLang="en-US" dirty="0"/>
              <a:t>社員情報の管理</a:t>
            </a:r>
            <a:endParaRPr lang="en-US" altLang="ja-JP" dirty="0"/>
          </a:p>
          <a:p>
            <a:pPr lvl="1"/>
            <a:r>
              <a:rPr lang="ja-JP" altLang="en-US" dirty="0"/>
              <a:t>部署情報の管理</a:t>
            </a:r>
            <a:endParaRPr lang="en-US" altLang="ja-JP" dirty="0"/>
          </a:p>
          <a:p>
            <a:pPr>
              <a:buFont typeface="Wingdings" panose="05000000000000000000" pitchFamily="2" charset="2"/>
              <a:buChar char="l"/>
            </a:pPr>
            <a:r>
              <a:rPr kumimoji="1" lang="ja-JP" altLang="en-US" dirty="0"/>
              <a:t>機能概要</a:t>
            </a:r>
            <a:endParaRPr kumimoji="1" lang="en-US" altLang="ja-JP" dirty="0"/>
          </a:p>
          <a:p>
            <a:pPr lvl="1"/>
            <a:r>
              <a:rPr lang="ja-JP" altLang="en-US" dirty="0"/>
              <a:t>社員一覧　（所属している社員の社員</a:t>
            </a:r>
            <a:r>
              <a:rPr lang="en-US" altLang="ja-JP" dirty="0"/>
              <a:t>ID</a:t>
            </a:r>
            <a:r>
              <a:rPr lang="ja-JP" altLang="en-US" dirty="0"/>
              <a:t>・　　　</a:t>
            </a:r>
            <a:r>
              <a:rPr lang="en-US" altLang="ja-JP" dirty="0"/>
              <a:t>			</a:t>
            </a:r>
            <a:r>
              <a:rPr lang="ja-JP" altLang="en-US" dirty="0"/>
              <a:t>氏名・部署の表示）</a:t>
            </a:r>
            <a:endParaRPr lang="en-US" altLang="ja-JP" dirty="0"/>
          </a:p>
          <a:p>
            <a:pPr lvl="1"/>
            <a:r>
              <a:rPr kumimoji="1" lang="ja-JP" altLang="en-US" dirty="0"/>
              <a:t>社員登録　（登録したい氏名・所属部署の</a:t>
            </a:r>
            <a:r>
              <a:rPr kumimoji="1" lang="en-US" altLang="ja-JP" dirty="0"/>
              <a:t>			</a:t>
            </a:r>
            <a:r>
              <a:rPr kumimoji="1" lang="ja-JP" altLang="en-US" dirty="0"/>
              <a:t>入力）</a:t>
            </a:r>
            <a:endParaRPr kumimoji="1" lang="en-US" altLang="ja-JP" dirty="0"/>
          </a:p>
          <a:p>
            <a:pPr lvl="1"/>
            <a:r>
              <a:rPr lang="ja-JP" altLang="en-US" dirty="0"/>
              <a:t>部署一覧　（登録された部署の部署</a:t>
            </a:r>
            <a:r>
              <a:rPr lang="en-US" altLang="ja-JP" dirty="0"/>
              <a:t>ID</a:t>
            </a:r>
            <a:r>
              <a:rPr lang="ja-JP" altLang="en-US" dirty="0"/>
              <a:t>・</a:t>
            </a:r>
            <a:endParaRPr lang="en-US" altLang="ja-JP" dirty="0"/>
          </a:p>
          <a:p>
            <a:pPr marL="457200" lvl="1" indent="0">
              <a:buNone/>
            </a:pPr>
            <a:r>
              <a:rPr lang="en-US" altLang="ja-JP" dirty="0"/>
              <a:t>			</a:t>
            </a:r>
            <a:r>
              <a:rPr lang="ja-JP" altLang="en-US" dirty="0"/>
              <a:t>部署名の表示）</a:t>
            </a:r>
            <a:endParaRPr lang="en-US" altLang="ja-JP" dirty="0"/>
          </a:p>
          <a:p>
            <a:pPr lvl="1"/>
            <a:r>
              <a:rPr kumimoji="1" lang="ja-JP" altLang="en-US" dirty="0"/>
              <a:t>部署登録　（登録したい部署名の入力）</a:t>
            </a:r>
          </a:p>
        </p:txBody>
      </p:sp>
    </p:spTree>
    <p:extLst>
      <p:ext uri="{BB962C8B-B14F-4D97-AF65-F5344CB8AC3E}">
        <p14:creationId xmlns:p14="http://schemas.microsoft.com/office/powerpoint/2010/main" val="3221752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4" name="Rectangle 23">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F5923523-F95B-91D1-1331-E7D0E364F287}"/>
              </a:ext>
            </a:extLst>
          </p:cNvPr>
          <p:cNvSpPr>
            <a:spLocks noGrp="1"/>
          </p:cNvSpPr>
          <p:nvPr>
            <p:ph type="title"/>
          </p:nvPr>
        </p:nvSpPr>
        <p:spPr>
          <a:xfrm>
            <a:off x="1115568" y="548640"/>
            <a:ext cx="10168128" cy="1179576"/>
          </a:xfrm>
        </p:spPr>
        <p:txBody>
          <a:bodyPr>
            <a:normAutofit/>
          </a:bodyPr>
          <a:lstStyle/>
          <a:p>
            <a:r>
              <a:rPr kumimoji="1" lang="ja-JP" altLang="en-US" sz="4000" dirty="0"/>
              <a:t>予定の開発スケジュール</a:t>
            </a:r>
          </a:p>
        </p:txBody>
      </p:sp>
      <p:sp>
        <p:nvSpPr>
          <p:cNvPr id="26" name="Rectangle 25">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5" name="図 24">
            <a:extLst>
              <a:ext uri="{FF2B5EF4-FFF2-40B4-BE49-F238E27FC236}">
                <a16:creationId xmlns:a16="http://schemas.microsoft.com/office/drawing/2014/main" id="{5215F095-0BE3-DA81-433F-BB08B54FF185}"/>
              </a:ext>
            </a:extLst>
          </p:cNvPr>
          <p:cNvPicPr>
            <a:picLocks noChangeAspect="1"/>
          </p:cNvPicPr>
          <p:nvPr/>
        </p:nvPicPr>
        <p:blipFill>
          <a:blip r:embed="rId2">
            <a:extLst>
              <a:ext uri="{28A0092B-C50C-407E-A947-70E740481C1C}">
                <a14:useLocalDpi xmlns:a14="http://schemas.microsoft.com/office/drawing/2010/main" val="0"/>
              </a:ext>
            </a:extLst>
          </a:blip>
          <a:srcRect l="3726" t="3259" r="3623" b="5232"/>
          <a:stretch>
            <a:fillRect/>
          </a:stretch>
        </p:blipFill>
        <p:spPr>
          <a:xfrm>
            <a:off x="558209" y="2119720"/>
            <a:ext cx="6886454" cy="4404648"/>
          </a:xfrm>
          <a:prstGeom prst="rect">
            <a:avLst/>
          </a:prstGeom>
        </p:spPr>
      </p:pic>
      <p:sp>
        <p:nvSpPr>
          <p:cNvPr id="27" name="テキスト ボックス 26">
            <a:extLst>
              <a:ext uri="{FF2B5EF4-FFF2-40B4-BE49-F238E27FC236}">
                <a16:creationId xmlns:a16="http://schemas.microsoft.com/office/drawing/2014/main" id="{99807E54-AEEA-AEC7-2765-47EA238C909B}"/>
              </a:ext>
            </a:extLst>
          </p:cNvPr>
          <p:cNvSpPr txBox="1"/>
          <p:nvPr/>
        </p:nvSpPr>
        <p:spPr>
          <a:xfrm>
            <a:off x="7766374" y="2119720"/>
            <a:ext cx="4103914" cy="4247317"/>
          </a:xfrm>
          <a:prstGeom prst="rect">
            <a:avLst/>
          </a:prstGeom>
          <a:noFill/>
          <a:ln w="28575">
            <a:solidFill>
              <a:schemeClr val="accent2"/>
            </a:solidFill>
          </a:ln>
        </p:spPr>
        <p:txBody>
          <a:bodyPr wrap="square" rtlCol="0">
            <a:spAutoFit/>
          </a:bodyPr>
          <a:lstStyle/>
          <a:p>
            <a:r>
              <a:rPr kumimoji="1" lang="ja-JP" altLang="en-US" b="1" u="sng" dirty="0"/>
              <a:t>作成予定</a:t>
            </a:r>
            <a:endParaRPr kumimoji="1" lang="en-US" altLang="ja-JP" b="1" u="sng" dirty="0"/>
          </a:p>
          <a:p>
            <a:pPr marL="342900" indent="-342900">
              <a:buFont typeface="+mj-lt"/>
              <a:buAutoNum type="arabicPeriod"/>
            </a:pPr>
            <a:r>
              <a:rPr lang="en-US" altLang="ja-JP" dirty="0"/>
              <a:t>ER</a:t>
            </a:r>
            <a:r>
              <a:rPr lang="ja-JP" altLang="en-US" dirty="0"/>
              <a:t>図</a:t>
            </a:r>
            <a:endParaRPr lang="en-US" altLang="ja-JP" dirty="0"/>
          </a:p>
          <a:p>
            <a:pPr marL="342900" indent="-342900">
              <a:buFont typeface="+mj-lt"/>
              <a:buAutoNum type="arabicPeriod"/>
            </a:pPr>
            <a:r>
              <a:rPr lang="ja-JP" altLang="en-US" dirty="0"/>
              <a:t>テーブル定義書</a:t>
            </a:r>
            <a:endParaRPr lang="en-US" altLang="ja-JP" dirty="0"/>
          </a:p>
          <a:p>
            <a:pPr marL="342900" indent="-342900">
              <a:buFont typeface="+mj-lt"/>
              <a:buAutoNum type="arabicPeriod"/>
            </a:pPr>
            <a:r>
              <a:rPr lang="ja-JP" altLang="en-US" dirty="0"/>
              <a:t>クラス図</a:t>
            </a:r>
            <a:endParaRPr lang="en-US" altLang="ja-JP" dirty="0"/>
          </a:p>
          <a:p>
            <a:pPr marL="342900" indent="-342900">
              <a:buFont typeface="+mj-lt"/>
              <a:buAutoNum type="arabicPeriod"/>
            </a:pPr>
            <a:r>
              <a:rPr lang="ja-JP" altLang="en-US" dirty="0"/>
              <a:t>シーケンス図</a:t>
            </a:r>
            <a:endParaRPr lang="en-US" altLang="ja-JP" dirty="0"/>
          </a:p>
          <a:p>
            <a:r>
              <a:rPr lang="ja-JP" altLang="en-US" b="1" u="sng" dirty="0"/>
              <a:t>実装予定機能</a:t>
            </a:r>
            <a:endParaRPr lang="en-US" altLang="ja-JP" b="1" u="sng" dirty="0"/>
          </a:p>
          <a:p>
            <a:pPr marL="342900" indent="-342900">
              <a:buFont typeface="+mj-lt"/>
              <a:buAutoNum type="arabicPeriod"/>
            </a:pPr>
            <a:r>
              <a:rPr lang="ja-JP" altLang="en-US" dirty="0"/>
              <a:t>社員一覧</a:t>
            </a:r>
            <a:endParaRPr lang="en-US" altLang="ja-JP" dirty="0"/>
          </a:p>
          <a:p>
            <a:pPr marL="342900" indent="-342900">
              <a:buFont typeface="+mj-lt"/>
              <a:buAutoNum type="arabicPeriod"/>
            </a:pPr>
            <a:r>
              <a:rPr lang="ja-JP" altLang="en-US" dirty="0"/>
              <a:t>社員登録</a:t>
            </a:r>
            <a:endParaRPr lang="en-US" altLang="ja-JP" dirty="0"/>
          </a:p>
          <a:p>
            <a:pPr marL="342900" indent="-342900">
              <a:buFont typeface="+mj-lt"/>
              <a:buAutoNum type="arabicPeriod"/>
            </a:pPr>
            <a:r>
              <a:rPr lang="ja-JP" altLang="en-US" dirty="0"/>
              <a:t>社員削除</a:t>
            </a:r>
            <a:endParaRPr lang="en-US" altLang="ja-JP" dirty="0"/>
          </a:p>
          <a:p>
            <a:pPr marL="342900" indent="-342900">
              <a:buFont typeface="+mj-lt"/>
              <a:buAutoNum type="arabicPeriod"/>
            </a:pPr>
            <a:r>
              <a:rPr lang="ja-JP" altLang="en-US" dirty="0"/>
              <a:t>部署一覧</a:t>
            </a:r>
            <a:endParaRPr lang="en-US" altLang="ja-JP" dirty="0"/>
          </a:p>
          <a:p>
            <a:pPr marL="342900" indent="-342900">
              <a:buFont typeface="+mj-lt"/>
              <a:buAutoNum type="arabicPeriod"/>
            </a:pPr>
            <a:r>
              <a:rPr lang="ja-JP" altLang="en-US" dirty="0"/>
              <a:t>部署登録</a:t>
            </a:r>
            <a:endParaRPr lang="en-US" altLang="ja-JP" dirty="0"/>
          </a:p>
          <a:p>
            <a:pPr marL="342900" indent="-342900">
              <a:buFont typeface="+mj-lt"/>
              <a:buAutoNum type="arabicPeriod"/>
            </a:pPr>
            <a:r>
              <a:rPr lang="ja-JP" altLang="en-US" dirty="0"/>
              <a:t>部署削除</a:t>
            </a:r>
            <a:endParaRPr lang="en-US" altLang="ja-JP" dirty="0"/>
          </a:p>
          <a:p>
            <a:r>
              <a:rPr lang="ja-JP" altLang="en-US" b="1" u="sng" dirty="0"/>
              <a:t>実施予定</a:t>
            </a:r>
            <a:endParaRPr lang="en-US" altLang="ja-JP" b="1" u="sng" dirty="0"/>
          </a:p>
          <a:p>
            <a:pPr marL="342900" indent="-342900">
              <a:buFont typeface="+mj-lt"/>
              <a:buAutoNum type="arabicPeriod"/>
            </a:pPr>
            <a:r>
              <a:rPr lang="ja-JP" altLang="en-US" dirty="0"/>
              <a:t>各機能のホワイトボックステスト</a:t>
            </a:r>
            <a:endParaRPr lang="en-US" altLang="ja-JP" dirty="0"/>
          </a:p>
          <a:p>
            <a:pPr marL="342900" indent="-342900">
              <a:buFont typeface="+mj-lt"/>
              <a:buAutoNum type="arabicPeriod"/>
            </a:pPr>
            <a:r>
              <a:rPr lang="ja-JP" altLang="en-US" dirty="0"/>
              <a:t>各機能のブラックボックステスト</a:t>
            </a:r>
            <a:endParaRPr lang="en-US" altLang="ja-JP" dirty="0"/>
          </a:p>
        </p:txBody>
      </p:sp>
    </p:spTree>
    <p:extLst>
      <p:ext uri="{BB962C8B-B14F-4D97-AF65-F5344CB8AC3E}">
        <p14:creationId xmlns:p14="http://schemas.microsoft.com/office/powerpoint/2010/main" val="1935210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AC720BCA-D2FD-3CFB-5DA4-1FAA154E30C4}"/>
              </a:ext>
            </a:extLst>
          </p:cNvPr>
          <p:cNvSpPr>
            <a:spLocks noGrp="1"/>
          </p:cNvSpPr>
          <p:nvPr>
            <p:ph type="title"/>
          </p:nvPr>
        </p:nvSpPr>
        <p:spPr>
          <a:xfrm>
            <a:off x="1115568" y="548640"/>
            <a:ext cx="10168128" cy="1179576"/>
          </a:xfrm>
        </p:spPr>
        <p:txBody>
          <a:bodyPr>
            <a:normAutofit/>
          </a:bodyPr>
          <a:lstStyle/>
          <a:p>
            <a:r>
              <a:rPr kumimoji="1" lang="ja-JP" altLang="en-US" sz="4000"/>
              <a:t>実際の開発スケジュール</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コンテンツ プレースホルダー 4">
            <a:extLst>
              <a:ext uri="{FF2B5EF4-FFF2-40B4-BE49-F238E27FC236}">
                <a16:creationId xmlns:a16="http://schemas.microsoft.com/office/drawing/2014/main" id="{91E1DCF9-D48A-0C1A-B536-0169FC3E8AC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5355" t="3777" r="3347" b="4943"/>
          <a:stretch>
            <a:fillRect/>
          </a:stretch>
        </p:blipFill>
        <p:spPr>
          <a:xfrm>
            <a:off x="566928" y="2179320"/>
            <a:ext cx="6987758" cy="4438996"/>
          </a:xfrm>
          <a:prstGeom prst="rect">
            <a:avLst/>
          </a:prstGeom>
        </p:spPr>
      </p:pic>
      <p:sp>
        <p:nvSpPr>
          <p:cNvPr id="7" name="テキスト ボックス 6">
            <a:extLst>
              <a:ext uri="{FF2B5EF4-FFF2-40B4-BE49-F238E27FC236}">
                <a16:creationId xmlns:a16="http://schemas.microsoft.com/office/drawing/2014/main" id="{D2FD0949-F346-AFB8-56D8-62A5C009FBCF}"/>
              </a:ext>
            </a:extLst>
          </p:cNvPr>
          <p:cNvSpPr txBox="1"/>
          <p:nvPr/>
        </p:nvSpPr>
        <p:spPr>
          <a:xfrm>
            <a:off x="7685750" y="2136660"/>
            <a:ext cx="4190564" cy="4524315"/>
          </a:xfrm>
          <a:prstGeom prst="rect">
            <a:avLst/>
          </a:prstGeom>
          <a:noFill/>
          <a:ln w="28575">
            <a:solidFill>
              <a:schemeClr val="accent2"/>
            </a:solidFill>
          </a:ln>
        </p:spPr>
        <p:txBody>
          <a:bodyPr wrap="square" rtlCol="0">
            <a:spAutoFit/>
          </a:bodyPr>
          <a:lstStyle/>
          <a:p>
            <a:r>
              <a:rPr kumimoji="1" lang="ja-JP" altLang="en-US" b="1" u="sng" dirty="0"/>
              <a:t>作成</a:t>
            </a:r>
            <a:endParaRPr kumimoji="1" lang="en-US" altLang="ja-JP" b="1" u="sng" dirty="0"/>
          </a:p>
          <a:p>
            <a:pPr marL="342900" indent="-342900">
              <a:buFont typeface="+mj-lt"/>
              <a:buAutoNum type="arabicPeriod"/>
            </a:pPr>
            <a:r>
              <a:rPr lang="en-US" altLang="ja-JP" dirty="0"/>
              <a:t>ER</a:t>
            </a:r>
            <a:r>
              <a:rPr lang="ja-JP" altLang="en-US" dirty="0"/>
              <a:t>図</a:t>
            </a:r>
            <a:endParaRPr lang="en-US" altLang="ja-JP" dirty="0"/>
          </a:p>
          <a:p>
            <a:pPr marL="342900" indent="-342900">
              <a:buFont typeface="+mj-lt"/>
              <a:buAutoNum type="arabicPeriod"/>
            </a:pPr>
            <a:r>
              <a:rPr lang="ja-JP" altLang="en-US" dirty="0"/>
              <a:t>テーブル定義書</a:t>
            </a:r>
            <a:endParaRPr lang="en-US" altLang="ja-JP" dirty="0"/>
          </a:p>
          <a:p>
            <a:pPr marL="342900" indent="-342900">
              <a:buFont typeface="+mj-lt"/>
              <a:buAutoNum type="arabicPeriod"/>
            </a:pPr>
            <a:r>
              <a:rPr lang="ja-JP" altLang="en-US" dirty="0"/>
              <a:t>クラス図　未完成</a:t>
            </a:r>
            <a:endParaRPr lang="en-US" altLang="ja-JP" dirty="0"/>
          </a:p>
          <a:p>
            <a:r>
              <a:rPr lang="ja-JP" altLang="en-US" b="1" u="sng" dirty="0"/>
              <a:t>実装機能</a:t>
            </a:r>
            <a:endParaRPr lang="en-US" altLang="ja-JP" b="1" u="sng" dirty="0"/>
          </a:p>
          <a:p>
            <a:pPr marL="342900" indent="-342900">
              <a:buFont typeface="+mj-lt"/>
              <a:buAutoNum type="arabicPeriod"/>
            </a:pPr>
            <a:r>
              <a:rPr lang="ja-JP" altLang="en-US" dirty="0"/>
              <a:t>社員一覧</a:t>
            </a:r>
            <a:endParaRPr lang="en-US" altLang="ja-JP" dirty="0"/>
          </a:p>
          <a:p>
            <a:pPr marL="342900" indent="-342900">
              <a:buFont typeface="+mj-lt"/>
              <a:buAutoNum type="arabicPeriod"/>
            </a:pPr>
            <a:r>
              <a:rPr lang="ja-JP" altLang="en-US" dirty="0"/>
              <a:t>社員登録</a:t>
            </a:r>
            <a:endParaRPr lang="en-US" altLang="ja-JP" dirty="0"/>
          </a:p>
          <a:p>
            <a:pPr marL="342900" indent="-342900">
              <a:buFont typeface="+mj-lt"/>
              <a:buAutoNum type="arabicPeriod"/>
            </a:pPr>
            <a:r>
              <a:rPr lang="ja-JP" altLang="en-US" dirty="0"/>
              <a:t>部署一覧</a:t>
            </a:r>
            <a:endParaRPr lang="en-US" altLang="ja-JP" dirty="0"/>
          </a:p>
          <a:p>
            <a:pPr marL="342900" indent="-342900">
              <a:buFont typeface="+mj-lt"/>
              <a:buAutoNum type="arabicPeriod"/>
            </a:pPr>
            <a:r>
              <a:rPr lang="ja-JP" altLang="en-US" dirty="0"/>
              <a:t>部署登録</a:t>
            </a:r>
            <a:endParaRPr lang="en-US" altLang="ja-JP" dirty="0"/>
          </a:p>
          <a:p>
            <a:r>
              <a:rPr lang="ja-JP" altLang="en-US" b="1" u="sng" dirty="0"/>
              <a:t>実施</a:t>
            </a:r>
            <a:endParaRPr lang="en-US" altLang="ja-JP" b="1" u="sng" dirty="0"/>
          </a:p>
          <a:p>
            <a:pPr marL="342900" indent="-342900">
              <a:buFont typeface="+mj-lt"/>
              <a:buAutoNum type="arabicPeriod"/>
            </a:pPr>
            <a:r>
              <a:rPr lang="ja-JP" altLang="en-US" dirty="0"/>
              <a:t>各機能のブラックボックステスト</a:t>
            </a:r>
            <a:endParaRPr lang="en-US" altLang="ja-JP" dirty="0"/>
          </a:p>
          <a:p>
            <a:r>
              <a:rPr lang="ja-JP" altLang="en-US" b="1" u="sng" dirty="0"/>
              <a:t>できなかったもの</a:t>
            </a:r>
            <a:endParaRPr lang="en-US" altLang="ja-JP" b="1" u="sng" dirty="0"/>
          </a:p>
          <a:p>
            <a:pPr marL="342900" indent="-342900">
              <a:buFont typeface="+mj-lt"/>
              <a:buAutoNum type="arabicPeriod"/>
            </a:pPr>
            <a:r>
              <a:rPr lang="ja-JP" altLang="en-US" dirty="0"/>
              <a:t>シーケンス図</a:t>
            </a:r>
            <a:endParaRPr lang="en-US" altLang="ja-JP" dirty="0"/>
          </a:p>
          <a:p>
            <a:pPr marL="342900" indent="-342900">
              <a:buFont typeface="+mj-lt"/>
              <a:buAutoNum type="arabicPeriod"/>
            </a:pPr>
            <a:r>
              <a:rPr lang="ja-JP" altLang="en-US" dirty="0"/>
              <a:t>社員削除</a:t>
            </a:r>
            <a:endParaRPr lang="en-US" altLang="ja-JP" dirty="0"/>
          </a:p>
          <a:p>
            <a:pPr marL="342900" indent="-342900">
              <a:buFont typeface="+mj-lt"/>
              <a:buAutoNum type="arabicPeriod"/>
            </a:pPr>
            <a:r>
              <a:rPr lang="ja-JP" altLang="en-US" dirty="0"/>
              <a:t>部署削除</a:t>
            </a:r>
            <a:endParaRPr lang="en-US" altLang="ja-JP" dirty="0"/>
          </a:p>
          <a:p>
            <a:pPr marL="342900" indent="-342900">
              <a:buFont typeface="+mj-lt"/>
              <a:buAutoNum type="arabicPeriod"/>
            </a:pPr>
            <a:r>
              <a:rPr lang="ja-JP" altLang="en-US" dirty="0"/>
              <a:t>各機能のホワイトボックステスト</a:t>
            </a:r>
            <a:endParaRPr lang="en-US" altLang="ja-JP" dirty="0"/>
          </a:p>
        </p:txBody>
      </p:sp>
    </p:spTree>
    <p:extLst>
      <p:ext uri="{BB962C8B-B14F-4D97-AF65-F5344CB8AC3E}">
        <p14:creationId xmlns:p14="http://schemas.microsoft.com/office/powerpoint/2010/main" val="1655056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ight Triangle 73">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93C0E1E-8F0A-E03D-6FC1-87D0F4B9B77D}"/>
              </a:ext>
            </a:extLst>
          </p:cNvPr>
          <p:cNvSpPr>
            <a:spLocks noGrp="1"/>
          </p:cNvSpPr>
          <p:nvPr>
            <p:ph type="title"/>
          </p:nvPr>
        </p:nvSpPr>
        <p:spPr>
          <a:xfrm>
            <a:off x="1285240" y="1050595"/>
            <a:ext cx="8074815" cy="1618489"/>
          </a:xfrm>
        </p:spPr>
        <p:txBody>
          <a:bodyPr anchor="ctr">
            <a:normAutofit/>
          </a:bodyPr>
          <a:lstStyle/>
          <a:p>
            <a:r>
              <a:rPr kumimoji="1" lang="ja-JP" altLang="en-US" sz="7200"/>
              <a:t>スケジュール</a:t>
            </a:r>
          </a:p>
        </p:txBody>
      </p:sp>
      <p:sp>
        <p:nvSpPr>
          <p:cNvPr id="3" name="コンテンツ プレースホルダー 2">
            <a:extLst>
              <a:ext uri="{FF2B5EF4-FFF2-40B4-BE49-F238E27FC236}">
                <a16:creationId xmlns:a16="http://schemas.microsoft.com/office/drawing/2014/main" id="{9CBFEDA2-A48E-E2E5-1A9B-3AF52256EC24}"/>
              </a:ext>
            </a:extLst>
          </p:cNvPr>
          <p:cNvSpPr>
            <a:spLocks noGrp="1"/>
          </p:cNvSpPr>
          <p:nvPr>
            <p:ph idx="1"/>
          </p:nvPr>
        </p:nvSpPr>
        <p:spPr>
          <a:xfrm>
            <a:off x="1285240" y="2581281"/>
            <a:ext cx="8696960" cy="2894233"/>
          </a:xfrm>
        </p:spPr>
        <p:txBody>
          <a:bodyPr anchor="t">
            <a:normAutofit fontScale="92500" lnSpcReduction="10000"/>
          </a:bodyPr>
          <a:lstStyle/>
          <a:p>
            <a:pPr marL="457200" indent="-457200">
              <a:buFont typeface="+mj-lt"/>
              <a:buAutoNum type="arabicPeriod"/>
            </a:pPr>
            <a:r>
              <a:rPr kumimoji="1" lang="ja-JP" altLang="en-US" dirty="0"/>
              <a:t>全体的に作業が思うように進まなかった</a:t>
            </a:r>
            <a:endParaRPr kumimoji="1" lang="en-US" altLang="ja-JP" dirty="0"/>
          </a:p>
          <a:p>
            <a:pPr marL="457200" indent="-457200">
              <a:buFont typeface="+mj-lt"/>
              <a:buAutoNum type="arabicPeriod"/>
            </a:pPr>
            <a:endParaRPr kumimoji="1" lang="en-US" altLang="ja-JP" sz="1200" dirty="0"/>
          </a:p>
          <a:p>
            <a:pPr marL="457200" indent="-457200">
              <a:buFont typeface="+mj-lt"/>
              <a:buAutoNum type="arabicPeriod"/>
            </a:pPr>
            <a:r>
              <a:rPr kumimoji="1" lang="ja-JP" altLang="en-US" dirty="0"/>
              <a:t>自分の力量や、実際に行う作業の規模感を把握できていなかった。</a:t>
            </a:r>
            <a:endParaRPr kumimoji="1" lang="en-US" altLang="ja-JP" dirty="0"/>
          </a:p>
          <a:p>
            <a:pPr marL="457200" indent="-457200">
              <a:buFont typeface="+mj-lt"/>
              <a:buAutoNum type="arabicPeriod"/>
            </a:pPr>
            <a:endParaRPr kumimoji="1" lang="en-US" altLang="ja-JP" sz="1100" dirty="0"/>
          </a:p>
          <a:p>
            <a:pPr marL="457200" indent="-457200">
              <a:buFont typeface="+mj-lt"/>
              <a:buAutoNum type="arabicPeriod"/>
            </a:pPr>
            <a:r>
              <a:rPr lang="ja-JP" altLang="en-US" dirty="0"/>
              <a:t>作業一つ一つを独立した作業だと考えてしまい、同時に進めたほうがいい作業や先に作ったほうが良い機能などが考えられていなかった</a:t>
            </a:r>
            <a:endParaRPr lang="en-US" altLang="ja-JP" dirty="0"/>
          </a:p>
        </p:txBody>
      </p:sp>
    </p:spTree>
    <p:extLst>
      <p:ext uri="{BB962C8B-B14F-4D97-AF65-F5344CB8AC3E}">
        <p14:creationId xmlns:p14="http://schemas.microsoft.com/office/powerpoint/2010/main" val="4211995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14">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16">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17023"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タイトル 1">
            <a:extLst>
              <a:ext uri="{FF2B5EF4-FFF2-40B4-BE49-F238E27FC236}">
                <a16:creationId xmlns:a16="http://schemas.microsoft.com/office/drawing/2014/main" id="{F0652EC6-D1CE-9347-CFD0-E958FC24437E}"/>
              </a:ext>
            </a:extLst>
          </p:cNvPr>
          <p:cNvSpPr>
            <a:spLocks noGrp="1"/>
          </p:cNvSpPr>
          <p:nvPr>
            <p:ph type="title"/>
          </p:nvPr>
        </p:nvSpPr>
        <p:spPr>
          <a:xfrm>
            <a:off x="838200" y="673770"/>
            <a:ext cx="3220329" cy="2027227"/>
          </a:xfrm>
        </p:spPr>
        <p:txBody>
          <a:bodyPr anchor="t">
            <a:normAutofit/>
          </a:bodyPr>
          <a:lstStyle/>
          <a:p>
            <a:r>
              <a:rPr kumimoji="1" lang="ja-JP" altLang="en-US" sz="5400">
                <a:solidFill>
                  <a:srgbClr val="FFFFFF"/>
                </a:solidFill>
              </a:rPr>
              <a:t>成果物の概要</a:t>
            </a:r>
          </a:p>
        </p:txBody>
      </p:sp>
      <p:graphicFrame>
        <p:nvGraphicFramePr>
          <p:cNvPr id="33" name="コンテンツ プレースホルダー 8">
            <a:extLst>
              <a:ext uri="{FF2B5EF4-FFF2-40B4-BE49-F238E27FC236}">
                <a16:creationId xmlns:a16="http://schemas.microsoft.com/office/drawing/2014/main" id="{AF4B550C-4356-9C69-BB99-DF85B7A7F35A}"/>
              </a:ext>
            </a:extLst>
          </p:cNvPr>
          <p:cNvGraphicFramePr>
            <a:graphicFrameLocks noGrp="1"/>
          </p:cNvGraphicFramePr>
          <p:nvPr>
            <p:ph idx="1"/>
            <p:extLst>
              <p:ext uri="{D42A27DB-BD31-4B8C-83A1-F6EECF244321}">
                <p14:modId xmlns:p14="http://schemas.microsoft.com/office/powerpoint/2010/main" val="4273149150"/>
              </p:ext>
            </p:extLst>
          </p:nvPr>
        </p:nvGraphicFramePr>
        <p:xfrm>
          <a:off x="5542672" y="541606"/>
          <a:ext cx="5811128" cy="5678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29236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64D75BCC-788B-3D53-9523-66FA94CDE3B1}"/>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kumimoji="1" lang="ja-JP" altLang="en-US" sz="6600"/>
              <a:t>メニュー画面</a:t>
            </a:r>
          </a:p>
        </p:txBody>
      </p:sp>
      <p:sp>
        <p:nvSpPr>
          <p:cNvPr id="13"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コンテンツ プレースホルダー 4">
            <a:extLst>
              <a:ext uri="{FF2B5EF4-FFF2-40B4-BE49-F238E27FC236}">
                <a16:creationId xmlns:a16="http://schemas.microsoft.com/office/drawing/2014/main" id="{B45DEAC5-63F9-7FC1-C2FA-DC86AD90D6A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8288" y="2629429"/>
            <a:ext cx="10170825" cy="3381799"/>
          </a:xfrm>
          <a:prstGeom prst="rect">
            <a:avLst/>
          </a:prstGeom>
          <a:ln>
            <a:solidFill>
              <a:schemeClr val="tx1"/>
            </a:solidFill>
          </a:ln>
        </p:spPr>
      </p:pic>
    </p:spTree>
    <p:extLst>
      <p:ext uri="{BB962C8B-B14F-4D97-AF65-F5344CB8AC3E}">
        <p14:creationId xmlns:p14="http://schemas.microsoft.com/office/powerpoint/2010/main" val="3459753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516856A-0665-E442-9758-A1B6D82106F2}"/>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kumimoji="1" lang="ja-JP" altLang="en-US" sz="6600"/>
              <a:t>社員一覧表示機能</a:t>
            </a:r>
          </a:p>
        </p:txBody>
      </p:sp>
      <p:sp>
        <p:nvSpPr>
          <p:cNvPr id="21"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コンテンツ プレースホルダー 12">
            <a:extLst>
              <a:ext uri="{FF2B5EF4-FFF2-40B4-BE49-F238E27FC236}">
                <a16:creationId xmlns:a16="http://schemas.microsoft.com/office/drawing/2014/main" id="{163762A5-92A8-601A-150F-3A9F125E85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15117" y="2060641"/>
            <a:ext cx="5757167" cy="4519375"/>
          </a:xfrm>
          <a:prstGeom prst="rect">
            <a:avLst/>
          </a:prstGeom>
          <a:ln>
            <a:solidFill>
              <a:schemeClr val="tx1"/>
            </a:solidFill>
          </a:ln>
        </p:spPr>
      </p:pic>
    </p:spTree>
    <p:extLst>
      <p:ext uri="{BB962C8B-B14F-4D97-AF65-F5344CB8AC3E}">
        <p14:creationId xmlns:p14="http://schemas.microsoft.com/office/powerpoint/2010/main" val="3705990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2404087-2A09-90EC-B000-88505B0D40C9}"/>
              </a:ext>
            </a:extLst>
          </p:cNvPr>
          <p:cNvSpPr>
            <a:spLocks noGrp="1"/>
          </p:cNvSpPr>
          <p:nvPr>
            <p:ph type="title"/>
          </p:nvPr>
        </p:nvSpPr>
        <p:spPr>
          <a:xfrm>
            <a:off x="638881" y="670218"/>
            <a:ext cx="10909640" cy="1065836"/>
          </a:xfrm>
        </p:spPr>
        <p:txBody>
          <a:bodyPr vert="horz" lIns="91440" tIns="45720" rIns="91440" bIns="45720" rtlCol="0" anchor="ctr">
            <a:normAutofit/>
          </a:bodyPr>
          <a:lstStyle/>
          <a:p>
            <a:pPr algn="ctr"/>
            <a:r>
              <a:rPr lang="ja-JP" altLang="en-US" sz="6600" dirty="0"/>
              <a:t>社員情報登録機能</a:t>
            </a:r>
            <a:endParaRPr kumimoji="1" lang="en-US" altLang="ja-JP" sz="6600" dirty="0"/>
          </a:p>
        </p:txBody>
      </p:sp>
      <p:sp>
        <p:nvSpPr>
          <p:cNvPr id="17"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図 5">
            <a:extLst>
              <a:ext uri="{FF2B5EF4-FFF2-40B4-BE49-F238E27FC236}">
                <a16:creationId xmlns:a16="http://schemas.microsoft.com/office/drawing/2014/main" id="{07030042-0991-8348-09C8-A98435E520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608" y="2406272"/>
            <a:ext cx="3758184" cy="2531375"/>
          </a:xfrm>
          <a:prstGeom prst="rect">
            <a:avLst/>
          </a:prstGeom>
          <a:solidFill>
            <a:schemeClr val="accent2"/>
          </a:solidFill>
          <a:ln>
            <a:solidFill>
              <a:schemeClr val="tx1"/>
            </a:solidFill>
          </a:ln>
        </p:spPr>
      </p:pic>
      <p:pic>
        <p:nvPicPr>
          <p:cNvPr id="10" name="図 9">
            <a:extLst>
              <a:ext uri="{FF2B5EF4-FFF2-40B4-BE49-F238E27FC236}">
                <a16:creationId xmlns:a16="http://schemas.microsoft.com/office/drawing/2014/main" id="{71D370BE-4E2B-6E8B-C577-E919EB44F0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4609" y="2406272"/>
            <a:ext cx="3758184" cy="2311282"/>
          </a:xfrm>
          <a:prstGeom prst="rect">
            <a:avLst/>
          </a:prstGeom>
          <a:ln>
            <a:solidFill>
              <a:schemeClr val="tx1"/>
            </a:solidFill>
          </a:ln>
        </p:spPr>
      </p:pic>
      <p:pic>
        <p:nvPicPr>
          <p:cNvPr id="7" name="図 6">
            <a:extLst>
              <a:ext uri="{FF2B5EF4-FFF2-40B4-BE49-F238E27FC236}">
                <a16:creationId xmlns:a16="http://schemas.microsoft.com/office/drawing/2014/main" id="{B21267E6-668F-5A5A-A9F8-28E0249997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36610" y="2406272"/>
            <a:ext cx="3758184" cy="1785137"/>
          </a:xfrm>
          <a:prstGeom prst="rect">
            <a:avLst/>
          </a:prstGeom>
          <a:ln>
            <a:solidFill>
              <a:schemeClr val="tx1"/>
            </a:solidFill>
          </a:ln>
        </p:spPr>
      </p:pic>
    </p:spTree>
    <p:extLst>
      <p:ext uri="{BB962C8B-B14F-4D97-AF65-F5344CB8AC3E}">
        <p14:creationId xmlns:p14="http://schemas.microsoft.com/office/powerpoint/2010/main" val="1574771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1C573F7-8BE4-E852-7091-A3FC6788713B}"/>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ja-JP" altLang="en-US" sz="6600" dirty="0"/>
              <a:t>部署一覧表示機能</a:t>
            </a:r>
            <a:endParaRPr kumimoji="1" lang="en-US" altLang="ja-JP" sz="6600" dirty="0"/>
          </a:p>
        </p:txBody>
      </p:sp>
      <p:sp>
        <p:nvSpPr>
          <p:cNvPr id="16"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コンテンツ プレースホルダー 7">
            <a:extLst>
              <a:ext uri="{FF2B5EF4-FFF2-40B4-BE49-F238E27FC236}">
                <a16:creationId xmlns:a16="http://schemas.microsoft.com/office/drawing/2014/main" id="{B26FEDDC-7489-9FBE-4C5F-641FF88898E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91419" y="2278959"/>
            <a:ext cx="6804564" cy="4082738"/>
          </a:xfrm>
          <a:prstGeom prst="rect">
            <a:avLst/>
          </a:prstGeom>
          <a:ln>
            <a:solidFill>
              <a:schemeClr val="tx1"/>
            </a:solidFill>
          </a:ln>
        </p:spPr>
      </p:pic>
    </p:spTree>
    <p:extLst>
      <p:ext uri="{BB962C8B-B14F-4D97-AF65-F5344CB8AC3E}">
        <p14:creationId xmlns:p14="http://schemas.microsoft.com/office/powerpoint/2010/main" val="1377330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07FA394-2B92-BE87-C66D-6DE83F8EB22E}"/>
              </a:ext>
            </a:extLst>
          </p:cNvPr>
          <p:cNvSpPr>
            <a:spLocks noGrp="1"/>
          </p:cNvSpPr>
          <p:nvPr>
            <p:ph type="title"/>
          </p:nvPr>
        </p:nvSpPr>
        <p:spPr>
          <a:xfrm>
            <a:off x="638881" y="670218"/>
            <a:ext cx="10909640" cy="1065836"/>
          </a:xfrm>
        </p:spPr>
        <p:txBody>
          <a:bodyPr vert="horz" lIns="91440" tIns="45720" rIns="91440" bIns="45720" rtlCol="0" anchor="ctr">
            <a:normAutofit/>
          </a:bodyPr>
          <a:lstStyle/>
          <a:p>
            <a:pPr algn="ctr"/>
            <a:r>
              <a:rPr kumimoji="1" lang="ja-JP" altLang="en-US" sz="6600" dirty="0"/>
              <a:t>部署一覧表示機能</a:t>
            </a:r>
            <a:endParaRPr kumimoji="1" lang="en-US" altLang="ja-JP" sz="6600" dirty="0"/>
          </a:p>
        </p:txBody>
      </p:sp>
      <p:sp>
        <p:nvSpPr>
          <p:cNvPr id="14"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図 3">
            <a:extLst>
              <a:ext uri="{FF2B5EF4-FFF2-40B4-BE49-F238E27FC236}">
                <a16:creationId xmlns:a16="http://schemas.microsoft.com/office/drawing/2014/main" id="{94CB20DB-35BE-A608-82D9-4F1E939EEF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608" y="2324137"/>
            <a:ext cx="3758184" cy="1902195"/>
          </a:xfrm>
          <a:prstGeom prst="rect">
            <a:avLst/>
          </a:prstGeom>
          <a:ln>
            <a:solidFill>
              <a:schemeClr val="tx1"/>
            </a:solidFill>
          </a:ln>
        </p:spPr>
      </p:pic>
      <p:pic>
        <p:nvPicPr>
          <p:cNvPr id="7" name="コンテンツ プレースホルダー 6">
            <a:extLst>
              <a:ext uri="{FF2B5EF4-FFF2-40B4-BE49-F238E27FC236}">
                <a16:creationId xmlns:a16="http://schemas.microsoft.com/office/drawing/2014/main" id="{97375968-71A0-0B8C-50D8-08202F01F62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216908" y="2353670"/>
            <a:ext cx="3758184" cy="1844788"/>
          </a:xfrm>
          <a:prstGeom prst="rect">
            <a:avLst/>
          </a:prstGeom>
          <a:ln>
            <a:solidFill>
              <a:schemeClr val="tx1"/>
            </a:solidFill>
          </a:ln>
        </p:spPr>
      </p:pic>
      <p:pic>
        <p:nvPicPr>
          <p:cNvPr id="6" name="図 5">
            <a:extLst>
              <a:ext uri="{FF2B5EF4-FFF2-40B4-BE49-F238E27FC236}">
                <a16:creationId xmlns:a16="http://schemas.microsoft.com/office/drawing/2014/main" id="{215B79E0-7ABE-F2AB-53C5-68453AF104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41208" y="2353670"/>
            <a:ext cx="3758184" cy="1183828"/>
          </a:xfrm>
          <a:prstGeom prst="rect">
            <a:avLst/>
          </a:prstGeom>
          <a:ln>
            <a:solidFill>
              <a:schemeClr val="tx1"/>
            </a:solidFill>
          </a:ln>
        </p:spPr>
      </p:pic>
    </p:spTree>
    <p:extLst>
      <p:ext uri="{BB962C8B-B14F-4D97-AF65-F5344CB8AC3E}">
        <p14:creationId xmlns:p14="http://schemas.microsoft.com/office/powerpoint/2010/main" val="1115028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Triangle 18">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4A728C2-1362-3650-DB94-E064D03337C7}"/>
              </a:ext>
            </a:extLst>
          </p:cNvPr>
          <p:cNvSpPr>
            <a:spLocks noGrp="1"/>
          </p:cNvSpPr>
          <p:nvPr>
            <p:ph type="title"/>
          </p:nvPr>
        </p:nvSpPr>
        <p:spPr>
          <a:xfrm>
            <a:off x="1132114" y="790675"/>
            <a:ext cx="8074815" cy="1618489"/>
          </a:xfrm>
        </p:spPr>
        <p:txBody>
          <a:bodyPr anchor="ctr">
            <a:normAutofit/>
          </a:bodyPr>
          <a:lstStyle/>
          <a:p>
            <a:r>
              <a:rPr lang="ja-JP" altLang="en-US" sz="6000" dirty="0"/>
              <a:t>困難を感じた点</a:t>
            </a:r>
            <a:endParaRPr kumimoji="1" lang="ja-JP" altLang="en-US" sz="6000" dirty="0"/>
          </a:p>
        </p:txBody>
      </p:sp>
      <p:sp>
        <p:nvSpPr>
          <p:cNvPr id="3" name="コンテンツ プレースホルダー 2">
            <a:extLst>
              <a:ext uri="{FF2B5EF4-FFF2-40B4-BE49-F238E27FC236}">
                <a16:creationId xmlns:a16="http://schemas.microsoft.com/office/drawing/2014/main" id="{1DE161C6-9978-F4B7-9C51-8A401B2295FB}"/>
              </a:ext>
            </a:extLst>
          </p:cNvPr>
          <p:cNvSpPr>
            <a:spLocks noGrp="1"/>
          </p:cNvSpPr>
          <p:nvPr>
            <p:ph idx="1"/>
          </p:nvPr>
        </p:nvSpPr>
        <p:spPr>
          <a:xfrm>
            <a:off x="1132114" y="2424008"/>
            <a:ext cx="9448799" cy="3063239"/>
          </a:xfrm>
        </p:spPr>
        <p:txBody>
          <a:bodyPr anchor="t">
            <a:noAutofit/>
          </a:bodyPr>
          <a:lstStyle/>
          <a:p>
            <a:r>
              <a:rPr kumimoji="1" lang="ja-JP" altLang="en-US" sz="2400" dirty="0"/>
              <a:t>やりたいことやどこのクラスで何をしているのか言語化はできるが、それをコードに落とし込むことができなかった</a:t>
            </a:r>
            <a:endParaRPr kumimoji="1" lang="en-US" altLang="ja-JP" sz="2400" dirty="0"/>
          </a:p>
          <a:p>
            <a:endParaRPr kumimoji="1" lang="en-US" altLang="ja-JP" sz="1050" dirty="0"/>
          </a:p>
          <a:p>
            <a:r>
              <a:rPr kumimoji="1" lang="ja-JP" altLang="en-US" sz="2400" dirty="0"/>
              <a:t>現在出ているエラーの原因</a:t>
            </a:r>
            <a:r>
              <a:rPr lang="ja-JP" altLang="en-US" sz="2400" dirty="0"/>
              <a:t>が何で、どこを修正すれば直るのかを理解できていなかった</a:t>
            </a:r>
            <a:endParaRPr lang="en-US" altLang="ja-JP" sz="2400" dirty="0"/>
          </a:p>
          <a:p>
            <a:endParaRPr lang="en-US" altLang="ja-JP" sz="1050" dirty="0"/>
          </a:p>
          <a:p>
            <a:r>
              <a:rPr lang="ja-JP" altLang="en-US" sz="2400" dirty="0"/>
              <a:t>データベースから持ってきた情報が今どこまでつながっていて、どんな形になっているのか理解できていなかった</a:t>
            </a:r>
          </a:p>
          <a:p>
            <a:endParaRPr lang="en-US" altLang="ja-JP" sz="2400" dirty="0"/>
          </a:p>
          <a:p>
            <a:endParaRPr kumimoji="1" lang="ja-JP" altLang="en-US" sz="2400" dirty="0"/>
          </a:p>
        </p:txBody>
      </p:sp>
    </p:spTree>
    <p:extLst>
      <p:ext uri="{BB962C8B-B14F-4D97-AF65-F5344CB8AC3E}">
        <p14:creationId xmlns:p14="http://schemas.microsoft.com/office/powerpoint/2010/main" val="166141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タイトル 1">
            <a:extLst>
              <a:ext uri="{FF2B5EF4-FFF2-40B4-BE49-F238E27FC236}">
                <a16:creationId xmlns:a16="http://schemas.microsoft.com/office/drawing/2014/main" id="{219EBF08-B948-A95E-8DE6-DAC27FE3C815}"/>
              </a:ext>
            </a:extLst>
          </p:cNvPr>
          <p:cNvSpPr>
            <a:spLocks noGrp="1"/>
          </p:cNvSpPr>
          <p:nvPr>
            <p:ph type="title"/>
          </p:nvPr>
        </p:nvSpPr>
        <p:spPr>
          <a:xfrm>
            <a:off x="838200" y="401221"/>
            <a:ext cx="10515600" cy="1348065"/>
          </a:xfrm>
        </p:spPr>
        <p:txBody>
          <a:bodyPr>
            <a:normAutofit/>
          </a:bodyPr>
          <a:lstStyle/>
          <a:p>
            <a:r>
              <a:rPr kumimoji="1" lang="ja-JP" altLang="en-US" sz="5400">
                <a:solidFill>
                  <a:srgbClr val="FFFFFF"/>
                </a:solidFill>
              </a:rPr>
              <a:t>今後の対策</a:t>
            </a:r>
          </a:p>
        </p:txBody>
      </p:sp>
      <p:sp>
        <p:nvSpPr>
          <p:cNvPr id="3" name="コンテンツ プレースホルダー 2">
            <a:extLst>
              <a:ext uri="{FF2B5EF4-FFF2-40B4-BE49-F238E27FC236}">
                <a16:creationId xmlns:a16="http://schemas.microsoft.com/office/drawing/2014/main" id="{993EFA66-7CF7-722B-E4BA-F3E23510D55B}"/>
              </a:ext>
            </a:extLst>
          </p:cNvPr>
          <p:cNvSpPr>
            <a:spLocks noGrp="1"/>
          </p:cNvSpPr>
          <p:nvPr>
            <p:ph idx="1"/>
          </p:nvPr>
        </p:nvSpPr>
        <p:spPr>
          <a:xfrm>
            <a:off x="836676" y="2807620"/>
            <a:ext cx="10515600" cy="3590174"/>
          </a:xfrm>
        </p:spPr>
        <p:txBody>
          <a:bodyPr>
            <a:normAutofit lnSpcReduction="10000"/>
          </a:bodyPr>
          <a:lstStyle/>
          <a:p>
            <a:r>
              <a:rPr kumimoji="1" lang="ja-JP" altLang="en-US" dirty="0"/>
              <a:t>自分の中で、</a:t>
            </a:r>
            <a:r>
              <a:rPr lang="ja-JP" altLang="en-US" dirty="0"/>
              <a:t>この</a:t>
            </a:r>
            <a:r>
              <a:rPr kumimoji="1" lang="ja-JP" altLang="en-US" dirty="0"/>
              <a:t>エラーが起きた時にはこうすればいい！</a:t>
            </a:r>
            <a:endParaRPr kumimoji="1" lang="en-US" altLang="ja-JP" dirty="0"/>
          </a:p>
          <a:p>
            <a:pPr marL="0" indent="0">
              <a:buNone/>
            </a:pPr>
            <a:r>
              <a:rPr lang="en-US" altLang="ja-JP" dirty="0"/>
              <a:t>	</a:t>
            </a:r>
            <a:r>
              <a:rPr kumimoji="1" lang="ja-JP" altLang="en-US" dirty="0"/>
              <a:t>という引き出しが少ないためまずは数をこなす</a:t>
            </a:r>
            <a:endParaRPr kumimoji="1" lang="en-US" altLang="ja-JP" dirty="0"/>
          </a:p>
          <a:p>
            <a:endParaRPr kumimoji="1" lang="en-US" altLang="ja-JP" sz="1050" dirty="0"/>
          </a:p>
          <a:p>
            <a:r>
              <a:rPr lang="ja-JP" altLang="en-US" dirty="0"/>
              <a:t>いつからエラーが出るようになったかすぐに把握できるように細かく</a:t>
            </a:r>
            <a:r>
              <a:rPr lang="en-US" altLang="ja-JP" dirty="0"/>
              <a:t>Git</a:t>
            </a:r>
            <a:r>
              <a:rPr lang="ja-JP" altLang="en-US" dirty="0"/>
              <a:t>に同期させる癖をつける</a:t>
            </a:r>
            <a:endParaRPr lang="en-US" altLang="ja-JP" dirty="0"/>
          </a:p>
          <a:p>
            <a:endParaRPr kumimoji="1" lang="en-US" altLang="ja-JP" dirty="0"/>
          </a:p>
          <a:p>
            <a:r>
              <a:rPr lang="ja-JP" altLang="en-US" dirty="0"/>
              <a:t>分かる部分から作るのではなくレイヤードアーキテクチャの</a:t>
            </a:r>
            <a:endParaRPr lang="en-US" altLang="ja-JP" dirty="0"/>
          </a:p>
          <a:p>
            <a:pPr marL="0" indent="0">
              <a:buNone/>
            </a:pPr>
            <a:r>
              <a:rPr lang="ja-JP" altLang="en-US" dirty="0"/>
              <a:t>　インフラストラクチャ層から作るなど順番を決めて作成する</a:t>
            </a:r>
            <a:endParaRPr kumimoji="1" lang="en-US" altLang="ja-JP" dirty="0"/>
          </a:p>
          <a:p>
            <a:endParaRPr kumimoji="1" lang="ja-JP" altLang="en-US" sz="2200" dirty="0"/>
          </a:p>
        </p:txBody>
      </p:sp>
    </p:spTree>
    <p:extLst>
      <p:ext uri="{BB962C8B-B14F-4D97-AF65-F5344CB8AC3E}">
        <p14:creationId xmlns:p14="http://schemas.microsoft.com/office/powerpoint/2010/main" val="436923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958A476-3082-9AC7-2F3F-60F639F98E74}"/>
              </a:ext>
            </a:extLst>
          </p:cNvPr>
          <p:cNvSpPr>
            <a:spLocks noGrp="1"/>
          </p:cNvSpPr>
          <p:nvPr>
            <p:ph type="title"/>
          </p:nvPr>
        </p:nvSpPr>
        <p:spPr>
          <a:xfrm>
            <a:off x="0" y="1153572"/>
            <a:ext cx="3887234" cy="4461163"/>
          </a:xfrm>
        </p:spPr>
        <p:txBody>
          <a:bodyPr>
            <a:normAutofit/>
          </a:bodyPr>
          <a:lstStyle/>
          <a:p>
            <a:r>
              <a:rPr kumimoji="1" lang="ja-JP" altLang="en-US" dirty="0">
                <a:solidFill>
                  <a:srgbClr val="FFFFFF"/>
                </a:solidFill>
              </a:rPr>
              <a:t>今後勉強</a:t>
            </a:r>
            <a:br>
              <a:rPr kumimoji="1" lang="en-US" altLang="ja-JP" dirty="0">
                <a:solidFill>
                  <a:srgbClr val="FFFFFF"/>
                </a:solidFill>
              </a:rPr>
            </a:br>
            <a:r>
              <a:rPr kumimoji="1" lang="ja-JP" altLang="en-US" dirty="0">
                <a:solidFill>
                  <a:srgbClr val="FFFFFF"/>
                </a:solidFill>
              </a:rPr>
              <a:t>したいスキル</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92DC962A-38BA-48C5-7F95-CCBFE553827A}"/>
              </a:ext>
            </a:extLst>
          </p:cNvPr>
          <p:cNvSpPr>
            <a:spLocks noGrp="1"/>
          </p:cNvSpPr>
          <p:nvPr>
            <p:ph idx="1"/>
          </p:nvPr>
        </p:nvSpPr>
        <p:spPr>
          <a:xfrm>
            <a:off x="4167273" y="591344"/>
            <a:ext cx="7466562" cy="5585619"/>
          </a:xfrm>
        </p:spPr>
        <p:txBody>
          <a:bodyPr anchor="ctr">
            <a:normAutofit lnSpcReduction="10000"/>
          </a:bodyPr>
          <a:lstStyle/>
          <a:p>
            <a:r>
              <a:rPr lang="ja-JP" altLang="en-US" dirty="0"/>
              <a:t>コーディング</a:t>
            </a:r>
            <a:endParaRPr lang="en-US" altLang="ja-JP" dirty="0"/>
          </a:p>
          <a:p>
            <a:pPr marL="0" indent="0">
              <a:buNone/>
            </a:pPr>
            <a:r>
              <a:rPr lang="ja-JP" altLang="en-US" dirty="0"/>
              <a:t>　→コードの意味や、どうして必要なのか</a:t>
            </a:r>
            <a:endParaRPr lang="en-US" altLang="ja-JP" dirty="0"/>
          </a:p>
          <a:p>
            <a:pPr marL="0" indent="0">
              <a:buNone/>
            </a:pPr>
            <a:r>
              <a:rPr lang="en-US" altLang="ja-JP" dirty="0"/>
              <a:t>	</a:t>
            </a:r>
            <a:r>
              <a:rPr lang="ja-JP" altLang="en-US" dirty="0"/>
              <a:t>説明できない</a:t>
            </a:r>
            <a:endParaRPr lang="en-US" altLang="ja-JP" dirty="0"/>
          </a:p>
          <a:p>
            <a:r>
              <a:rPr lang="ja-JP" altLang="en-US" dirty="0"/>
              <a:t>検索力</a:t>
            </a:r>
            <a:endParaRPr lang="en-US" altLang="ja-JP" dirty="0"/>
          </a:p>
          <a:p>
            <a:pPr marL="0" indent="0">
              <a:buNone/>
            </a:pPr>
            <a:r>
              <a:rPr lang="ja-JP" altLang="en-US" dirty="0"/>
              <a:t>　→インターネットで調べる際にどう</a:t>
            </a:r>
            <a:endParaRPr lang="en-US" altLang="ja-JP" dirty="0"/>
          </a:p>
          <a:p>
            <a:pPr marL="0" indent="0">
              <a:buNone/>
            </a:pPr>
            <a:r>
              <a:rPr lang="en-US" altLang="ja-JP" dirty="0"/>
              <a:t>	</a:t>
            </a:r>
            <a:r>
              <a:rPr lang="ja-JP" altLang="en-US" dirty="0"/>
              <a:t>調べればいいかわからない</a:t>
            </a:r>
            <a:endParaRPr lang="en-US" altLang="ja-JP" dirty="0"/>
          </a:p>
          <a:p>
            <a:r>
              <a:rPr lang="ja-JP" altLang="en-US" dirty="0"/>
              <a:t>質問力</a:t>
            </a:r>
            <a:endParaRPr lang="en-US" altLang="ja-JP" dirty="0"/>
          </a:p>
          <a:p>
            <a:pPr marL="0" indent="0">
              <a:buNone/>
            </a:pPr>
            <a:r>
              <a:rPr lang="ja-JP" altLang="en-US" dirty="0"/>
              <a:t>　→自分の理解度が把握できていないため、</a:t>
            </a:r>
            <a:endParaRPr lang="en-US" altLang="ja-JP" dirty="0"/>
          </a:p>
          <a:p>
            <a:pPr marL="0" indent="0">
              <a:buNone/>
            </a:pPr>
            <a:r>
              <a:rPr lang="en-US" altLang="ja-JP" dirty="0"/>
              <a:t>	</a:t>
            </a:r>
            <a:r>
              <a:rPr lang="ja-JP" altLang="en-US" dirty="0"/>
              <a:t>どこが分からないのかがわからないと</a:t>
            </a:r>
            <a:endParaRPr lang="en-US" altLang="ja-JP" dirty="0"/>
          </a:p>
          <a:p>
            <a:pPr marL="0" indent="0">
              <a:buNone/>
            </a:pPr>
            <a:r>
              <a:rPr lang="en-US" altLang="ja-JP" dirty="0"/>
              <a:t>	</a:t>
            </a:r>
            <a:r>
              <a:rPr lang="ja-JP" altLang="en-US" dirty="0"/>
              <a:t>いう状況になり要領を得ない質問が</a:t>
            </a:r>
            <a:endParaRPr lang="en-US" altLang="ja-JP" dirty="0"/>
          </a:p>
          <a:p>
            <a:pPr marL="0" indent="0">
              <a:buNone/>
            </a:pPr>
            <a:r>
              <a:rPr lang="en-US" altLang="ja-JP" dirty="0"/>
              <a:t>	</a:t>
            </a:r>
            <a:r>
              <a:rPr lang="ja-JP" altLang="en-US" dirty="0"/>
              <a:t>多かった</a:t>
            </a:r>
            <a:endParaRPr lang="en-US" altLang="ja-JP" dirty="0"/>
          </a:p>
          <a:p>
            <a:endParaRPr kumimoji="1" lang="ja-JP" altLang="en-US" dirty="0"/>
          </a:p>
        </p:txBody>
      </p:sp>
    </p:spTree>
    <p:extLst>
      <p:ext uri="{BB962C8B-B14F-4D97-AF65-F5344CB8AC3E}">
        <p14:creationId xmlns:p14="http://schemas.microsoft.com/office/powerpoint/2010/main" val="3382156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Arc 14">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3BEAFA9C-319F-FA5A-6FE4-10A150C90060}"/>
              </a:ext>
            </a:extLst>
          </p:cNvPr>
          <p:cNvSpPr>
            <a:spLocks noGrp="1"/>
          </p:cNvSpPr>
          <p:nvPr>
            <p:ph type="title"/>
          </p:nvPr>
        </p:nvSpPr>
        <p:spPr>
          <a:xfrm>
            <a:off x="4038600" y="1939159"/>
            <a:ext cx="7644627" cy="2751086"/>
          </a:xfrm>
        </p:spPr>
        <p:txBody>
          <a:bodyPr vert="horz" lIns="91440" tIns="45720" rIns="91440" bIns="45720" rtlCol="0" anchor="b">
            <a:normAutofit/>
          </a:bodyPr>
          <a:lstStyle/>
          <a:p>
            <a:pPr algn="r"/>
            <a:r>
              <a:rPr lang="ja-JP" altLang="en-US" sz="6000" kern="1200" dirty="0">
                <a:solidFill>
                  <a:schemeClr val="tx1"/>
                </a:solidFill>
                <a:latin typeface="+mj-lt"/>
                <a:ea typeface="+mj-ea"/>
                <a:cs typeface="+mj-cs"/>
              </a:rPr>
              <a:t>ご清聴ありがとう</a:t>
            </a:r>
            <a:br>
              <a:rPr lang="en-US" altLang="ja-JP" sz="6000" kern="1200" dirty="0">
                <a:solidFill>
                  <a:schemeClr val="tx1"/>
                </a:solidFill>
                <a:latin typeface="+mj-lt"/>
                <a:ea typeface="+mj-ea"/>
                <a:cs typeface="+mj-cs"/>
              </a:rPr>
            </a:br>
            <a:r>
              <a:rPr lang="ja-JP" altLang="en-US" sz="6000" kern="1200" dirty="0">
                <a:solidFill>
                  <a:schemeClr val="tx1"/>
                </a:solidFill>
                <a:latin typeface="+mj-lt"/>
                <a:ea typeface="+mj-ea"/>
                <a:cs typeface="+mj-cs"/>
              </a:rPr>
              <a:t>ございました</a:t>
            </a:r>
            <a:endParaRPr kumimoji="1" lang="en-US" altLang="ja-JP" sz="6000" kern="1200" dirty="0">
              <a:solidFill>
                <a:schemeClr val="tx1"/>
              </a:solidFill>
              <a:latin typeface="+mj-lt"/>
              <a:ea typeface="+mj-ea"/>
              <a:cs typeface="+mj-cs"/>
            </a:endParaRPr>
          </a:p>
        </p:txBody>
      </p:sp>
    </p:spTree>
    <p:extLst>
      <p:ext uri="{BB962C8B-B14F-4D97-AF65-F5344CB8AC3E}">
        <p14:creationId xmlns:p14="http://schemas.microsoft.com/office/powerpoint/2010/main" val="165773537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366</TotalTime>
  <Words>481</Words>
  <Application>Microsoft Office PowerPoint</Application>
  <PresentationFormat>ワイド画面</PresentationFormat>
  <Paragraphs>94</Paragraphs>
  <Slides>15</Slides>
  <Notes>4</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15</vt:i4>
      </vt:variant>
    </vt:vector>
  </HeadingPairs>
  <TitlesOfParts>
    <vt:vector size="21" baseType="lpstr">
      <vt:lpstr>游ゴシック</vt:lpstr>
      <vt:lpstr>游ゴシック Light</vt:lpstr>
      <vt:lpstr>Arial</vt:lpstr>
      <vt:lpstr>Calibri</vt:lpstr>
      <vt:lpstr>Wingdings</vt:lpstr>
      <vt:lpstr>Office テーマ</vt:lpstr>
      <vt:lpstr>Web開発演習成果発表</vt:lpstr>
      <vt:lpstr>開発内容</vt:lpstr>
      <vt:lpstr>予定の開発スケジュール</vt:lpstr>
      <vt:lpstr>実際の開発スケジュール</vt:lpstr>
      <vt:lpstr>スケジュール</vt:lpstr>
      <vt:lpstr>成果物の概要</vt:lpstr>
      <vt:lpstr>メニュー画面</vt:lpstr>
      <vt:lpstr>社員一覧表示機能</vt:lpstr>
      <vt:lpstr>社員情報登録機能</vt:lpstr>
      <vt:lpstr>部署一覧表示機能</vt:lpstr>
      <vt:lpstr>部署一覧表示機能</vt:lpstr>
      <vt:lpstr>困難を感じた点</vt:lpstr>
      <vt:lpstr>今後の対策</vt:lpstr>
      <vt:lpstr>今後勉強 したいスキル</vt:lpstr>
      <vt:lpstr>ご清聴ありがとう 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opnewemp014</dc:creator>
  <cp:lastModifiedBy>opnewemp014</cp:lastModifiedBy>
  <cp:revision>4</cp:revision>
  <dcterms:created xsi:type="dcterms:W3CDTF">2026-05-28T01:37:09Z</dcterms:created>
  <dcterms:modified xsi:type="dcterms:W3CDTF">2026-05-28T07:44:41Z</dcterms:modified>
</cp:coreProperties>
</file>